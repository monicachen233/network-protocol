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9" r:id="rId3"/>
    <p:sldId id="301" r:id="rId4"/>
    <p:sldId id="302" r:id="rId5"/>
    <p:sldId id="304" r:id="rId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16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36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3F3F3"/>
    <a:srgbClr val="DBDBDB"/>
    <a:srgbClr val="7DB458"/>
    <a:srgbClr val="C8C5B4"/>
    <a:srgbClr val="EF6464"/>
    <a:srgbClr val="4B72AB"/>
    <a:srgbClr val="6DCDEC"/>
    <a:srgbClr val="466B9F"/>
    <a:srgbClr val="69CD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23" autoAdjust="0"/>
    <p:restoredTop sz="95226" autoAdjust="0"/>
  </p:normalViewPr>
  <p:slideViewPr>
    <p:cSldViewPr snapToGrid="0" snapToObjects="1" showGuides="1">
      <p:cViewPr varScale="1">
        <p:scale>
          <a:sx n="108" d="100"/>
          <a:sy n="108" d="100"/>
        </p:scale>
        <p:origin x="811" y="67"/>
      </p:cViewPr>
      <p:guideLst>
        <p:guide orient="horz" pos="1643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888"/>
    </p:cViewPr>
  </p:sorterViewPr>
  <p:notesViewPr>
    <p:cSldViewPr snapToGrid="0" snapToObjects="1" showGuides="1">
      <p:cViewPr varScale="1">
        <p:scale>
          <a:sx n="83" d="100"/>
          <a:sy n="83" d="100"/>
        </p:scale>
        <p:origin x="-2184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011BD6-DB27-A74C-9100-279B8E3241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FF25C3-6711-BF46-882A-8250256EF61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4B17E2-2755-9941-B853-5FE1C67C8A02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E75EAB-D79A-F24A-8D61-5DE49DD3410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165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365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Full 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5143500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with B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 userDrawn="1"/>
        </p:nvGrpSpPr>
        <p:grpSpPr>
          <a:xfrm>
            <a:off x="0" y="5108665"/>
            <a:ext cx="9144000" cy="71120"/>
            <a:chOff x="0" y="3474720"/>
            <a:chExt cx="10261600" cy="71120"/>
          </a:xfrm>
        </p:grpSpPr>
        <p:sp>
          <p:nvSpPr>
            <p:cNvPr id="13" name="Rectangle 12"/>
            <p:cNvSpPr/>
            <p:nvPr/>
          </p:nvSpPr>
          <p:spPr>
            <a:xfrm>
              <a:off x="0" y="3474720"/>
              <a:ext cx="2052320" cy="711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052320" y="3474720"/>
              <a:ext cx="2052320" cy="711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104640" y="3474720"/>
              <a:ext cx="2052320" cy="7112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156960" y="3474720"/>
              <a:ext cx="2052320" cy="7112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8209280" y="3474720"/>
              <a:ext cx="2052320" cy="7112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/>
          <p:cNvSpPr/>
          <p:nvPr userDrawn="1"/>
        </p:nvSpPr>
        <p:spPr>
          <a:xfrm>
            <a:off x="8580469" y="313926"/>
            <a:ext cx="285871" cy="16817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algn="ctr"/>
            <a:endParaRPr lang="en-US" dirty="0"/>
          </a:p>
        </p:txBody>
      </p:sp>
      <p:sp>
        <p:nvSpPr>
          <p:cNvPr id="19" name="Isosceles Triangle 18"/>
          <p:cNvSpPr/>
          <p:nvPr userDrawn="1"/>
        </p:nvSpPr>
        <p:spPr>
          <a:xfrm rot="10610802">
            <a:off x="8583732" y="386091"/>
            <a:ext cx="286338" cy="153402"/>
          </a:xfrm>
          <a:prstGeom prst="triangl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algn="ctr"/>
            <a:endParaRPr lang="en-US"/>
          </a:p>
        </p:txBody>
      </p:sp>
      <p:sp>
        <p:nvSpPr>
          <p:cNvPr id="20" name="Slide Number Placeholder 5"/>
          <p:cNvSpPr txBox="1"/>
          <p:nvPr userDrawn="1"/>
        </p:nvSpPr>
        <p:spPr>
          <a:xfrm>
            <a:off x="8593832" y="276948"/>
            <a:ext cx="263295" cy="273844"/>
          </a:xfrm>
          <a:prstGeom prst="rect">
            <a:avLst/>
          </a:prstGeom>
        </p:spPr>
        <p:txBody>
          <a:bodyPr vert="horz" lIns="0" tIns="0" rIns="0" bIns="45709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4FFB07-917D-5348-AE2D-F9A4E0AD1751}" type="slidenum">
              <a:rPr lang="en-US" sz="1000" smtClean="0"/>
            </a:fld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135030" y="1376728"/>
            <a:ext cx="1645920" cy="1645920"/>
          </a:xfrm>
          <a:ln>
            <a:noFill/>
          </a:ln>
          <a:effectLst/>
        </p:spPr>
        <p:txBody>
          <a:bodyPr>
            <a:normAutofit/>
          </a:bodyPr>
          <a:lstStyle>
            <a:lvl1pPr marL="0" indent="0">
              <a:buFont typeface="Arial" panose="020B0604020202020204"/>
              <a:buNone/>
              <a:defRPr sz="14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2893728" y="1376728"/>
            <a:ext cx="1645920" cy="1645920"/>
          </a:xfrm>
          <a:ln>
            <a:noFill/>
          </a:ln>
          <a:effectLst/>
        </p:spPr>
        <p:txBody>
          <a:bodyPr>
            <a:normAutofit/>
          </a:bodyPr>
          <a:lstStyle>
            <a:lvl1pPr marL="0" indent="0">
              <a:buFont typeface="Arial" panose="020B0604020202020204"/>
              <a:buNone/>
              <a:defRPr sz="14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631667" y="1376728"/>
            <a:ext cx="1645920" cy="1645920"/>
          </a:xfrm>
          <a:ln>
            <a:noFill/>
          </a:ln>
          <a:effectLst/>
        </p:spPr>
        <p:txBody>
          <a:bodyPr>
            <a:normAutofit/>
          </a:bodyPr>
          <a:lstStyle>
            <a:lvl1pPr marL="0" indent="0">
              <a:buFont typeface="Arial" panose="020B0604020202020204"/>
              <a:buNone/>
              <a:defRPr sz="14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6372913" y="1376728"/>
            <a:ext cx="1645920" cy="1645920"/>
          </a:xfrm>
          <a:ln>
            <a:noFill/>
          </a:ln>
          <a:effectLst/>
        </p:spPr>
        <p:txBody>
          <a:bodyPr>
            <a:normAutofit/>
          </a:bodyPr>
          <a:lstStyle>
            <a:lvl1pPr marL="0" indent="0">
              <a:buFont typeface="Arial" panose="020B0604020202020204"/>
              <a:buNone/>
              <a:defRPr sz="14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Rectangle 14"/>
          <p:cNvSpPr/>
          <p:nvPr userDrawn="1"/>
        </p:nvSpPr>
        <p:spPr>
          <a:xfrm>
            <a:off x="8580469" y="313926"/>
            <a:ext cx="285871" cy="16817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algn="ctr"/>
            <a:endParaRPr lang="en-US" dirty="0"/>
          </a:p>
        </p:txBody>
      </p:sp>
      <p:sp>
        <p:nvSpPr>
          <p:cNvPr id="16" name="Isosceles Triangle 15"/>
          <p:cNvSpPr/>
          <p:nvPr userDrawn="1"/>
        </p:nvSpPr>
        <p:spPr>
          <a:xfrm rot="10610802">
            <a:off x="8583732" y="386091"/>
            <a:ext cx="286338" cy="153402"/>
          </a:xfrm>
          <a:prstGeom prst="triangl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algn="ctr"/>
            <a:endParaRPr lang="en-US"/>
          </a:p>
        </p:txBody>
      </p:sp>
      <p:sp>
        <p:nvSpPr>
          <p:cNvPr id="17" name="Slide Number Placeholder 5"/>
          <p:cNvSpPr txBox="1"/>
          <p:nvPr userDrawn="1"/>
        </p:nvSpPr>
        <p:spPr>
          <a:xfrm>
            <a:off x="8593832" y="276948"/>
            <a:ext cx="263295" cy="273844"/>
          </a:xfrm>
          <a:prstGeom prst="rect">
            <a:avLst/>
          </a:prstGeom>
        </p:spPr>
        <p:txBody>
          <a:bodyPr vert="horz" lIns="0" tIns="0" rIns="0" bIns="45709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4FFB07-917D-5348-AE2D-F9A4E0AD1751}" type="slidenum">
              <a:rPr lang="en-US" sz="1000" smtClean="0"/>
            </a:fld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54594" y="1376727"/>
            <a:ext cx="2287573" cy="2287573"/>
          </a:xfrm>
          <a:ln>
            <a:noFill/>
          </a:ln>
          <a:effectLst/>
        </p:spPr>
        <p:txBody>
          <a:bodyPr>
            <a:normAutofit/>
          </a:bodyPr>
          <a:lstStyle>
            <a:lvl1pPr marL="0" indent="0">
              <a:buFont typeface="Arial" panose="020B0604020202020204"/>
              <a:buNone/>
              <a:defRPr sz="14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Rectangle 14"/>
          <p:cNvSpPr/>
          <p:nvPr userDrawn="1"/>
        </p:nvSpPr>
        <p:spPr>
          <a:xfrm>
            <a:off x="8580469" y="313926"/>
            <a:ext cx="285871" cy="16817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algn="ctr"/>
            <a:endParaRPr lang="en-US" dirty="0"/>
          </a:p>
        </p:txBody>
      </p:sp>
      <p:sp>
        <p:nvSpPr>
          <p:cNvPr id="16" name="Isosceles Triangle 15"/>
          <p:cNvSpPr/>
          <p:nvPr userDrawn="1"/>
        </p:nvSpPr>
        <p:spPr>
          <a:xfrm rot="10610802">
            <a:off x="8583732" y="386091"/>
            <a:ext cx="286338" cy="153402"/>
          </a:xfrm>
          <a:prstGeom prst="triangl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algn="ctr"/>
            <a:endParaRPr lang="en-US"/>
          </a:p>
        </p:txBody>
      </p:sp>
      <p:sp>
        <p:nvSpPr>
          <p:cNvPr id="17" name="Slide Number Placeholder 5"/>
          <p:cNvSpPr txBox="1"/>
          <p:nvPr userDrawn="1"/>
        </p:nvSpPr>
        <p:spPr>
          <a:xfrm>
            <a:off x="8593832" y="276948"/>
            <a:ext cx="263295" cy="273844"/>
          </a:xfrm>
          <a:prstGeom prst="rect">
            <a:avLst/>
          </a:prstGeom>
        </p:spPr>
        <p:txBody>
          <a:bodyPr vert="horz" lIns="0" tIns="0" rIns="0" bIns="45709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4FFB07-917D-5348-AE2D-F9A4E0AD1751}" type="slidenum">
              <a:rPr lang="en-US" sz="1000" smtClean="0"/>
            </a:fld>
            <a:endParaRPr lang="en-US" sz="1000" dirty="0"/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5108665"/>
            <a:ext cx="9144000" cy="71120"/>
            <a:chOff x="0" y="3474720"/>
            <a:chExt cx="10261600" cy="71120"/>
          </a:xfrm>
        </p:grpSpPr>
        <p:sp>
          <p:nvSpPr>
            <p:cNvPr id="21" name="Rectangle 20"/>
            <p:cNvSpPr/>
            <p:nvPr/>
          </p:nvSpPr>
          <p:spPr>
            <a:xfrm>
              <a:off x="0" y="3474720"/>
              <a:ext cx="2052320" cy="711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052320" y="3474720"/>
              <a:ext cx="2052320" cy="711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104640" y="3474720"/>
              <a:ext cx="2052320" cy="7112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6156960" y="3474720"/>
              <a:ext cx="2052320" cy="7112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8209280" y="3474720"/>
              <a:ext cx="2052320" cy="7112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2" y="0"/>
            <a:ext cx="4465638" cy="5143500"/>
          </a:xfrm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8580469" y="313926"/>
            <a:ext cx="285871" cy="16817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algn="ctr"/>
            <a:endParaRPr lang="en-US" dirty="0"/>
          </a:p>
        </p:txBody>
      </p:sp>
      <p:sp>
        <p:nvSpPr>
          <p:cNvPr id="6" name="Isosceles Triangle 5"/>
          <p:cNvSpPr/>
          <p:nvPr userDrawn="1"/>
        </p:nvSpPr>
        <p:spPr>
          <a:xfrm rot="10610802">
            <a:off x="8583732" y="386091"/>
            <a:ext cx="286338" cy="153402"/>
          </a:xfrm>
          <a:prstGeom prst="triangl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5"/>
          <p:cNvSpPr txBox="1"/>
          <p:nvPr userDrawn="1"/>
        </p:nvSpPr>
        <p:spPr>
          <a:xfrm>
            <a:off x="8593832" y="276948"/>
            <a:ext cx="263295" cy="273844"/>
          </a:xfrm>
          <a:prstGeom prst="rect">
            <a:avLst/>
          </a:prstGeom>
        </p:spPr>
        <p:txBody>
          <a:bodyPr vert="horz" lIns="0" tIns="0" rIns="0" bIns="45709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4FFB07-917D-5348-AE2D-F9A4E0AD1751}" type="slidenum">
              <a:rPr lang="en-US" sz="1000" smtClean="0"/>
            </a:fld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8" y="883186"/>
            <a:ext cx="4575175" cy="2128837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8580469" y="313926"/>
            <a:ext cx="285871" cy="16817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algn="ctr"/>
            <a:endParaRPr lang="en-US" dirty="0"/>
          </a:p>
        </p:txBody>
      </p:sp>
      <p:sp>
        <p:nvSpPr>
          <p:cNvPr id="13" name="Isosceles Triangle 12"/>
          <p:cNvSpPr/>
          <p:nvPr userDrawn="1"/>
        </p:nvSpPr>
        <p:spPr>
          <a:xfrm rot="10610802">
            <a:off x="8583732" y="386091"/>
            <a:ext cx="286338" cy="153402"/>
          </a:xfrm>
          <a:prstGeom prst="triangl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algn="ctr"/>
            <a:endParaRPr lang="en-US"/>
          </a:p>
        </p:txBody>
      </p:sp>
      <p:sp>
        <p:nvSpPr>
          <p:cNvPr id="14" name="Slide Number Placeholder 5"/>
          <p:cNvSpPr txBox="1"/>
          <p:nvPr userDrawn="1"/>
        </p:nvSpPr>
        <p:spPr>
          <a:xfrm>
            <a:off x="8593832" y="276948"/>
            <a:ext cx="263295" cy="273844"/>
          </a:xfrm>
          <a:prstGeom prst="rect">
            <a:avLst/>
          </a:prstGeom>
        </p:spPr>
        <p:txBody>
          <a:bodyPr vert="horz" lIns="0" tIns="0" rIns="0" bIns="45709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4FFB07-917D-5348-AE2D-F9A4E0AD1751}" type="slidenum">
              <a:rPr lang="en-US" sz="1000" smtClean="0"/>
            </a:fld>
            <a:endParaRPr lang="en-US" sz="1000" dirty="0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5108665"/>
            <a:ext cx="9144000" cy="71120"/>
            <a:chOff x="0" y="3474720"/>
            <a:chExt cx="10261600" cy="71120"/>
          </a:xfrm>
        </p:grpSpPr>
        <p:sp>
          <p:nvSpPr>
            <p:cNvPr id="16" name="Rectangle 15"/>
            <p:cNvSpPr/>
            <p:nvPr/>
          </p:nvSpPr>
          <p:spPr>
            <a:xfrm>
              <a:off x="0" y="3474720"/>
              <a:ext cx="2052320" cy="711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2052320" y="3474720"/>
              <a:ext cx="2052320" cy="711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4104640" y="3474720"/>
              <a:ext cx="2052320" cy="7112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156960" y="3474720"/>
              <a:ext cx="2052320" cy="7112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8209280" y="3474720"/>
              <a:ext cx="2052320" cy="7112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4668765" y="2310424"/>
            <a:ext cx="3935486" cy="2128837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Rectangle 21"/>
          <p:cNvSpPr/>
          <p:nvPr userDrawn="1"/>
        </p:nvSpPr>
        <p:spPr>
          <a:xfrm>
            <a:off x="8580469" y="313926"/>
            <a:ext cx="285871" cy="16817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algn="ctr"/>
            <a:endParaRPr lang="en-US" dirty="0"/>
          </a:p>
        </p:txBody>
      </p:sp>
      <p:sp>
        <p:nvSpPr>
          <p:cNvPr id="2" name="Isosceles Triangle 1"/>
          <p:cNvSpPr/>
          <p:nvPr userDrawn="1"/>
        </p:nvSpPr>
        <p:spPr>
          <a:xfrm rot="10610802">
            <a:off x="8583732" y="386091"/>
            <a:ext cx="286338" cy="153402"/>
          </a:xfrm>
          <a:prstGeom prst="triangl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5"/>
          <p:cNvSpPr txBox="1"/>
          <p:nvPr userDrawn="1"/>
        </p:nvSpPr>
        <p:spPr>
          <a:xfrm>
            <a:off x="8593832" y="276948"/>
            <a:ext cx="263295" cy="273844"/>
          </a:xfrm>
          <a:prstGeom prst="rect">
            <a:avLst/>
          </a:prstGeom>
        </p:spPr>
        <p:txBody>
          <a:bodyPr vert="horz" lIns="0" tIns="0" rIns="0" bIns="45709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4FFB07-917D-5348-AE2D-F9A4E0AD1751}" type="slidenum">
              <a:rPr lang="en-US" sz="1000" smtClean="0"/>
            </a:fld>
            <a:endParaRPr lang="en-US" sz="1000" dirty="0"/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5108665"/>
            <a:ext cx="9144000" cy="71120"/>
            <a:chOff x="0" y="3474720"/>
            <a:chExt cx="10261600" cy="71120"/>
          </a:xfrm>
        </p:grpSpPr>
        <p:sp>
          <p:nvSpPr>
            <p:cNvPr id="21" name="Rectangle 20"/>
            <p:cNvSpPr/>
            <p:nvPr/>
          </p:nvSpPr>
          <p:spPr>
            <a:xfrm>
              <a:off x="0" y="3474720"/>
              <a:ext cx="2052320" cy="711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2052320" y="3474720"/>
              <a:ext cx="2052320" cy="711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104640" y="3474720"/>
              <a:ext cx="2052320" cy="7112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156960" y="3474720"/>
              <a:ext cx="2052320" cy="7112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8209280" y="3474720"/>
              <a:ext cx="2052320" cy="7112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8580469" y="313926"/>
            <a:ext cx="285871" cy="16817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algn="ctr"/>
            <a:endParaRPr lang="en-US" dirty="0"/>
          </a:p>
        </p:txBody>
      </p:sp>
      <p:sp>
        <p:nvSpPr>
          <p:cNvPr id="9" name="Isosceles Triangle 8"/>
          <p:cNvSpPr/>
          <p:nvPr userDrawn="1"/>
        </p:nvSpPr>
        <p:spPr>
          <a:xfrm rot="10610802">
            <a:off x="8583732" y="386091"/>
            <a:ext cx="286338" cy="153402"/>
          </a:xfrm>
          <a:prstGeom prst="triangl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5"/>
          <p:cNvSpPr txBox="1"/>
          <p:nvPr userDrawn="1"/>
        </p:nvSpPr>
        <p:spPr>
          <a:xfrm>
            <a:off x="8593832" y="276948"/>
            <a:ext cx="263295" cy="273844"/>
          </a:xfrm>
          <a:prstGeom prst="rect">
            <a:avLst/>
          </a:prstGeom>
        </p:spPr>
        <p:txBody>
          <a:bodyPr vert="horz" lIns="0" tIns="0" rIns="0" bIns="45709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4FFB07-917D-5348-AE2D-F9A4E0AD1751}" type="slidenum">
              <a:rPr lang="en-US" sz="1000" smtClean="0"/>
            </a:fld>
            <a:endParaRPr lang="en-US" sz="1000" dirty="0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0"/>
          </p:nvPr>
        </p:nvSpPr>
        <p:spPr>
          <a:xfrm>
            <a:off x="1048269" y="1027120"/>
            <a:ext cx="1738058" cy="1736470"/>
          </a:xfrm>
          <a:effectLst/>
        </p:spPr>
        <p:txBody>
          <a:bodyPr>
            <a:normAutofit/>
          </a:bodyPr>
          <a:lstStyle>
            <a:lvl1pPr marL="0" indent="0">
              <a:buNone/>
              <a:defRPr sz="16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Picture Placeholder 13"/>
          <p:cNvSpPr>
            <a:spLocks noGrp="1"/>
          </p:cNvSpPr>
          <p:nvPr>
            <p:ph type="pic" sz="quarter" idx="11"/>
          </p:nvPr>
        </p:nvSpPr>
        <p:spPr>
          <a:xfrm>
            <a:off x="2839242" y="1027120"/>
            <a:ext cx="1738058" cy="1736470"/>
          </a:xfrm>
          <a:effectLst/>
        </p:spPr>
        <p:txBody>
          <a:bodyPr>
            <a:normAutofit/>
          </a:bodyPr>
          <a:lstStyle>
            <a:lvl1pPr marL="0" indent="0">
              <a:buNone/>
              <a:defRPr sz="16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Picture Placeholder 13"/>
          <p:cNvSpPr>
            <a:spLocks noGrp="1"/>
          </p:cNvSpPr>
          <p:nvPr>
            <p:ph type="pic" sz="quarter" idx="12"/>
          </p:nvPr>
        </p:nvSpPr>
        <p:spPr>
          <a:xfrm>
            <a:off x="4630215" y="1030996"/>
            <a:ext cx="1738058" cy="1736470"/>
          </a:xfrm>
          <a:effectLst/>
        </p:spPr>
        <p:txBody>
          <a:bodyPr>
            <a:normAutofit/>
          </a:bodyPr>
          <a:lstStyle>
            <a:lvl1pPr marL="0" indent="0">
              <a:buNone/>
              <a:defRPr sz="16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6421188" y="1034817"/>
            <a:ext cx="1738058" cy="1736470"/>
          </a:xfrm>
          <a:effectLst/>
        </p:spPr>
        <p:txBody>
          <a:bodyPr>
            <a:normAutofit/>
          </a:bodyPr>
          <a:lstStyle>
            <a:lvl1pPr marL="0" indent="0">
              <a:buNone/>
              <a:defRPr sz="16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1048269" y="2834785"/>
            <a:ext cx="1738058" cy="1736470"/>
          </a:xfrm>
          <a:effectLst/>
        </p:spPr>
        <p:txBody>
          <a:bodyPr>
            <a:normAutofit/>
          </a:bodyPr>
          <a:lstStyle>
            <a:lvl1pPr marL="0" indent="0">
              <a:buNone/>
              <a:defRPr sz="16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Picture Placeholder 13"/>
          <p:cNvSpPr>
            <a:spLocks noGrp="1"/>
          </p:cNvSpPr>
          <p:nvPr>
            <p:ph type="pic" sz="quarter" idx="15"/>
          </p:nvPr>
        </p:nvSpPr>
        <p:spPr>
          <a:xfrm>
            <a:off x="2839242" y="2834785"/>
            <a:ext cx="1738058" cy="1736470"/>
          </a:xfrm>
          <a:effectLst/>
        </p:spPr>
        <p:txBody>
          <a:bodyPr>
            <a:normAutofit/>
          </a:bodyPr>
          <a:lstStyle>
            <a:lvl1pPr marL="0" indent="0">
              <a:buNone/>
              <a:defRPr sz="16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13"/>
          <p:cNvSpPr>
            <a:spLocks noGrp="1"/>
          </p:cNvSpPr>
          <p:nvPr>
            <p:ph type="pic" sz="quarter" idx="16"/>
          </p:nvPr>
        </p:nvSpPr>
        <p:spPr>
          <a:xfrm>
            <a:off x="4630215" y="2827088"/>
            <a:ext cx="1738058" cy="1736470"/>
          </a:xfrm>
          <a:effectLst/>
        </p:spPr>
        <p:txBody>
          <a:bodyPr>
            <a:normAutofit/>
          </a:bodyPr>
          <a:lstStyle>
            <a:lvl1pPr marL="0" indent="0">
              <a:buNone/>
              <a:defRPr sz="16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6421188" y="2827088"/>
            <a:ext cx="1738058" cy="1736470"/>
          </a:xfrm>
          <a:effectLst/>
        </p:spPr>
        <p:txBody>
          <a:bodyPr>
            <a:normAutofit/>
          </a:bodyPr>
          <a:lstStyle>
            <a:lvl1pPr marL="0" indent="0">
              <a:buNone/>
              <a:defRPr sz="16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8580469" y="313926"/>
            <a:ext cx="285871" cy="16817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algn="ctr"/>
            <a:endParaRPr lang="en-US" dirty="0"/>
          </a:p>
        </p:txBody>
      </p:sp>
      <p:sp>
        <p:nvSpPr>
          <p:cNvPr id="9" name="Isosceles Triangle 8"/>
          <p:cNvSpPr/>
          <p:nvPr userDrawn="1"/>
        </p:nvSpPr>
        <p:spPr>
          <a:xfrm rot="10610802">
            <a:off x="8583732" y="386091"/>
            <a:ext cx="286338" cy="153402"/>
          </a:xfrm>
          <a:prstGeom prst="triangl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5"/>
          <p:cNvSpPr txBox="1"/>
          <p:nvPr userDrawn="1"/>
        </p:nvSpPr>
        <p:spPr>
          <a:xfrm>
            <a:off x="8593832" y="276948"/>
            <a:ext cx="263295" cy="273844"/>
          </a:xfrm>
          <a:prstGeom prst="rect">
            <a:avLst/>
          </a:prstGeom>
        </p:spPr>
        <p:txBody>
          <a:bodyPr vert="horz" lIns="0" tIns="0" rIns="0" bIns="45709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4FFB07-917D-5348-AE2D-F9A4E0AD1751}" type="slidenum">
              <a:rPr lang="en-US" sz="1000" smtClean="0"/>
            </a:fld>
            <a:endParaRPr lang="en-US" sz="1000" dirty="0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0"/>
          </p:nvPr>
        </p:nvSpPr>
        <p:spPr>
          <a:xfrm>
            <a:off x="1048269" y="1027120"/>
            <a:ext cx="1738058" cy="1736470"/>
          </a:xfrm>
          <a:ln>
            <a:noFill/>
          </a:ln>
          <a:effectLst/>
        </p:spPr>
        <p:txBody>
          <a:bodyPr>
            <a:normAutofit/>
          </a:bodyPr>
          <a:lstStyle>
            <a:lvl1pPr marL="0" indent="0">
              <a:buNone/>
              <a:defRPr sz="16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8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4566717" y="1027120"/>
            <a:ext cx="1738058" cy="1736470"/>
          </a:xfrm>
          <a:ln>
            <a:noFill/>
          </a:ln>
          <a:effectLst/>
        </p:spPr>
        <p:txBody>
          <a:bodyPr>
            <a:normAutofit/>
          </a:bodyPr>
          <a:lstStyle>
            <a:lvl1pPr marL="0" indent="0">
              <a:buNone/>
              <a:defRPr sz="16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13"/>
          <p:cNvSpPr>
            <a:spLocks noGrp="1"/>
          </p:cNvSpPr>
          <p:nvPr>
            <p:ph type="pic" sz="quarter" idx="15"/>
          </p:nvPr>
        </p:nvSpPr>
        <p:spPr>
          <a:xfrm>
            <a:off x="1048269" y="2837671"/>
            <a:ext cx="1738058" cy="1736470"/>
          </a:xfrm>
          <a:ln>
            <a:noFill/>
          </a:ln>
          <a:effectLst/>
        </p:spPr>
        <p:txBody>
          <a:bodyPr>
            <a:normAutofit/>
          </a:bodyPr>
          <a:lstStyle>
            <a:lvl1pPr marL="0" indent="0">
              <a:buNone/>
              <a:defRPr sz="16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3" name="Picture Placeholder 13"/>
          <p:cNvSpPr>
            <a:spLocks noGrp="1"/>
          </p:cNvSpPr>
          <p:nvPr>
            <p:ph type="pic" sz="quarter" idx="16"/>
          </p:nvPr>
        </p:nvSpPr>
        <p:spPr>
          <a:xfrm>
            <a:off x="4566717" y="2837671"/>
            <a:ext cx="1738058" cy="1736470"/>
          </a:xfrm>
          <a:ln>
            <a:noFill/>
          </a:ln>
          <a:effectLst/>
        </p:spPr>
        <p:txBody>
          <a:bodyPr>
            <a:normAutofit/>
          </a:bodyPr>
          <a:lstStyle>
            <a:lvl1pPr marL="0" indent="0">
              <a:buNone/>
              <a:defRPr sz="16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8580469" y="313926"/>
            <a:ext cx="285871" cy="16817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algn="ctr"/>
            <a:endParaRPr lang="en-US" dirty="0"/>
          </a:p>
        </p:txBody>
      </p:sp>
      <p:sp>
        <p:nvSpPr>
          <p:cNvPr id="9" name="Isosceles Triangle 8"/>
          <p:cNvSpPr/>
          <p:nvPr userDrawn="1"/>
        </p:nvSpPr>
        <p:spPr>
          <a:xfrm rot="10610802">
            <a:off x="8583732" y="386091"/>
            <a:ext cx="286338" cy="153402"/>
          </a:xfrm>
          <a:prstGeom prst="triangl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5"/>
          <p:cNvSpPr txBox="1"/>
          <p:nvPr userDrawn="1"/>
        </p:nvSpPr>
        <p:spPr>
          <a:xfrm>
            <a:off x="8593832" y="276948"/>
            <a:ext cx="263295" cy="273844"/>
          </a:xfrm>
          <a:prstGeom prst="rect">
            <a:avLst/>
          </a:prstGeom>
        </p:spPr>
        <p:txBody>
          <a:bodyPr vert="horz" lIns="0" tIns="0" rIns="0" bIns="45709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4FFB07-917D-5348-AE2D-F9A4E0AD1751}" type="slidenum">
              <a:rPr lang="en-US" sz="1000" smtClean="0"/>
            </a:fld>
            <a:endParaRPr lang="en-US" sz="1000" dirty="0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0"/>
          </p:nvPr>
        </p:nvSpPr>
        <p:spPr>
          <a:xfrm>
            <a:off x="1048269" y="1027119"/>
            <a:ext cx="1738058" cy="3525856"/>
          </a:xfrm>
          <a:effectLst/>
        </p:spPr>
        <p:txBody>
          <a:bodyPr>
            <a:normAutofit/>
          </a:bodyPr>
          <a:lstStyle>
            <a:lvl1pPr marL="0" indent="0">
              <a:buNone/>
              <a:defRPr sz="16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Picture Placeholder 13"/>
          <p:cNvSpPr>
            <a:spLocks noGrp="1"/>
          </p:cNvSpPr>
          <p:nvPr>
            <p:ph type="pic" sz="quarter" idx="11"/>
          </p:nvPr>
        </p:nvSpPr>
        <p:spPr>
          <a:xfrm>
            <a:off x="2839242" y="1027120"/>
            <a:ext cx="3518448" cy="1736470"/>
          </a:xfrm>
          <a:effectLst/>
        </p:spPr>
        <p:txBody>
          <a:bodyPr>
            <a:normAutofit/>
          </a:bodyPr>
          <a:lstStyle>
            <a:lvl1pPr marL="0" indent="0">
              <a:buNone/>
              <a:defRPr sz="16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6410605" y="1034817"/>
            <a:ext cx="1738058" cy="1736470"/>
          </a:xfrm>
          <a:effectLst/>
        </p:spPr>
        <p:txBody>
          <a:bodyPr>
            <a:normAutofit/>
          </a:bodyPr>
          <a:lstStyle>
            <a:lvl1pPr marL="0" indent="0">
              <a:buNone/>
              <a:defRPr sz="16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Picture Placeholder 13"/>
          <p:cNvSpPr>
            <a:spLocks noGrp="1"/>
          </p:cNvSpPr>
          <p:nvPr>
            <p:ph type="pic" sz="quarter" idx="15"/>
          </p:nvPr>
        </p:nvSpPr>
        <p:spPr>
          <a:xfrm>
            <a:off x="2839242" y="2816505"/>
            <a:ext cx="1738058" cy="1736470"/>
          </a:xfrm>
          <a:effectLst/>
        </p:spPr>
        <p:txBody>
          <a:bodyPr>
            <a:normAutofit/>
          </a:bodyPr>
          <a:lstStyle>
            <a:lvl1pPr marL="0" indent="0">
              <a:buNone/>
              <a:defRPr sz="16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13"/>
          <p:cNvSpPr>
            <a:spLocks noGrp="1"/>
          </p:cNvSpPr>
          <p:nvPr>
            <p:ph type="pic" sz="quarter" idx="16"/>
          </p:nvPr>
        </p:nvSpPr>
        <p:spPr>
          <a:xfrm>
            <a:off x="4619632" y="2816505"/>
            <a:ext cx="1738058" cy="1736470"/>
          </a:xfrm>
          <a:effectLst/>
        </p:spPr>
        <p:txBody>
          <a:bodyPr>
            <a:normAutofit/>
          </a:bodyPr>
          <a:lstStyle>
            <a:lvl1pPr marL="0" indent="0">
              <a:buNone/>
              <a:defRPr sz="16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6410605" y="2816505"/>
            <a:ext cx="1738058" cy="1736470"/>
          </a:xfrm>
          <a:effectLst/>
        </p:spPr>
        <p:txBody>
          <a:bodyPr>
            <a:normAutofit/>
          </a:bodyPr>
          <a:lstStyle>
            <a:lvl1pPr marL="0" indent="0">
              <a:buNone/>
              <a:defRPr sz="16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8580469" y="313926"/>
            <a:ext cx="285871" cy="16817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algn="ctr"/>
            <a:endParaRPr lang="en-US" dirty="0"/>
          </a:p>
        </p:txBody>
      </p:sp>
      <p:sp>
        <p:nvSpPr>
          <p:cNvPr id="9" name="Isosceles Triangle 8"/>
          <p:cNvSpPr/>
          <p:nvPr userDrawn="1"/>
        </p:nvSpPr>
        <p:spPr>
          <a:xfrm rot="10610802">
            <a:off x="8583732" y="386091"/>
            <a:ext cx="286338" cy="153402"/>
          </a:xfrm>
          <a:prstGeom prst="triangl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5"/>
          <p:cNvSpPr txBox="1"/>
          <p:nvPr userDrawn="1"/>
        </p:nvSpPr>
        <p:spPr>
          <a:xfrm>
            <a:off x="8593832" y="276948"/>
            <a:ext cx="263295" cy="273844"/>
          </a:xfrm>
          <a:prstGeom prst="rect">
            <a:avLst/>
          </a:prstGeom>
        </p:spPr>
        <p:txBody>
          <a:bodyPr vert="horz" lIns="0" tIns="0" rIns="0" bIns="45709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4FFB07-917D-5348-AE2D-F9A4E0AD1751}" type="slidenum">
              <a:rPr lang="en-US" sz="1000" smtClean="0"/>
            </a:fld>
            <a:endParaRPr lang="en-US" sz="1000" dirty="0"/>
          </a:p>
        </p:txBody>
      </p:sp>
      <p:sp>
        <p:nvSpPr>
          <p:cNvPr id="15" name="Picture Placeholder 13"/>
          <p:cNvSpPr>
            <a:spLocks noGrp="1"/>
          </p:cNvSpPr>
          <p:nvPr>
            <p:ph type="pic" sz="quarter" idx="11"/>
          </p:nvPr>
        </p:nvSpPr>
        <p:spPr>
          <a:xfrm>
            <a:off x="2839242" y="1027120"/>
            <a:ext cx="1738058" cy="1736470"/>
          </a:xfrm>
          <a:effectLst/>
        </p:spPr>
        <p:txBody>
          <a:bodyPr>
            <a:normAutofit/>
          </a:bodyPr>
          <a:lstStyle>
            <a:lvl1pPr marL="0" indent="0">
              <a:buNone/>
              <a:defRPr sz="16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4627288" y="1034817"/>
            <a:ext cx="3521375" cy="3518158"/>
          </a:xfrm>
          <a:effectLst/>
        </p:spPr>
        <p:txBody>
          <a:bodyPr>
            <a:normAutofit/>
          </a:bodyPr>
          <a:lstStyle>
            <a:lvl1pPr marL="0" indent="0">
              <a:buNone/>
              <a:defRPr sz="16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Picture Placeholder 13"/>
          <p:cNvSpPr>
            <a:spLocks noGrp="1"/>
          </p:cNvSpPr>
          <p:nvPr>
            <p:ph type="pic" sz="quarter" idx="16"/>
          </p:nvPr>
        </p:nvSpPr>
        <p:spPr>
          <a:xfrm>
            <a:off x="1048269" y="2816505"/>
            <a:ext cx="1738058" cy="1736471"/>
          </a:xfrm>
          <a:effectLst/>
        </p:spPr>
        <p:txBody>
          <a:bodyPr>
            <a:normAutofit/>
          </a:bodyPr>
          <a:lstStyle>
            <a:lvl1pPr marL="0" indent="0">
              <a:buNone/>
              <a:defRPr sz="16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8580469" y="313926"/>
            <a:ext cx="285871" cy="16817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algn="ctr"/>
            <a:endParaRPr lang="en-US" dirty="0"/>
          </a:p>
        </p:txBody>
      </p:sp>
      <p:sp>
        <p:nvSpPr>
          <p:cNvPr id="6" name="Isosceles Triangle 5"/>
          <p:cNvSpPr/>
          <p:nvPr userDrawn="1"/>
        </p:nvSpPr>
        <p:spPr>
          <a:xfrm rot="10610802">
            <a:off x="8583732" y="386091"/>
            <a:ext cx="286338" cy="153402"/>
          </a:xfrm>
          <a:prstGeom prst="triangl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5"/>
          <p:cNvSpPr txBox="1"/>
          <p:nvPr userDrawn="1"/>
        </p:nvSpPr>
        <p:spPr>
          <a:xfrm>
            <a:off x="8593832" y="276948"/>
            <a:ext cx="263295" cy="273844"/>
          </a:xfrm>
          <a:prstGeom prst="rect">
            <a:avLst/>
          </a:prstGeom>
        </p:spPr>
        <p:txBody>
          <a:bodyPr vert="horz" lIns="0" tIns="0" rIns="0" bIns="45709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4FFB07-917D-5348-AE2D-F9A4E0AD1751}" type="slidenum">
              <a:rPr lang="en-US" sz="1000" smtClean="0"/>
            </a:fld>
            <a:endParaRPr lang="en-US" sz="1000" dirty="0"/>
          </a:p>
        </p:txBody>
      </p:sp>
      <p:sp>
        <p:nvSpPr>
          <p:cNvPr id="9" name="Picture Placeholder 13"/>
          <p:cNvSpPr>
            <a:spLocks noGrp="1"/>
          </p:cNvSpPr>
          <p:nvPr>
            <p:ph type="pic" sz="quarter" idx="11"/>
          </p:nvPr>
        </p:nvSpPr>
        <p:spPr>
          <a:xfrm>
            <a:off x="2839242" y="1027119"/>
            <a:ext cx="3518448" cy="3525855"/>
          </a:xfrm>
          <a:effectLst/>
        </p:spPr>
        <p:txBody>
          <a:bodyPr>
            <a:normAutofit/>
          </a:bodyPr>
          <a:lstStyle>
            <a:lvl1pPr marL="0" indent="0">
              <a:buNone/>
              <a:defRPr sz="16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6410605" y="1034817"/>
            <a:ext cx="1738058" cy="1736470"/>
          </a:xfrm>
          <a:effectLst/>
        </p:spPr>
        <p:txBody>
          <a:bodyPr>
            <a:normAutofit/>
          </a:bodyPr>
          <a:lstStyle>
            <a:lvl1pPr marL="0" indent="0">
              <a:buNone/>
              <a:defRPr sz="16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6410605" y="2816505"/>
            <a:ext cx="1738058" cy="1736470"/>
          </a:xfrm>
          <a:effectLst/>
        </p:spPr>
        <p:txBody>
          <a:bodyPr>
            <a:normAutofit/>
          </a:bodyPr>
          <a:lstStyle>
            <a:lvl1pPr marL="0" indent="0">
              <a:buNone/>
              <a:defRPr sz="16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8"/>
          </p:nvPr>
        </p:nvSpPr>
        <p:spPr>
          <a:xfrm>
            <a:off x="1049087" y="1034817"/>
            <a:ext cx="1738058" cy="1736470"/>
          </a:xfrm>
          <a:effectLst/>
        </p:spPr>
        <p:txBody>
          <a:bodyPr>
            <a:normAutofit/>
          </a:bodyPr>
          <a:lstStyle>
            <a:lvl1pPr marL="0" indent="0">
              <a:buNone/>
              <a:defRPr sz="16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13"/>
          <p:cNvSpPr>
            <a:spLocks noGrp="1"/>
          </p:cNvSpPr>
          <p:nvPr>
            <p:ph type="pic" sz="quarter" idx="19"/>
          </p:nvPr>
        </p:nvSpPr>
        <p:spPr>
          <a:xfrm>
            <a:off x="1049087" y="2816505"/>
            <a:ext cx="1738058" cy="1736470"/>
          </a:xfrm>
          <a:effectLst/>
        </p:spPr>
        <p:txBody>
          <a:bodyPr>
            <a:normAutofit/>
          </a:bodyPr>
          <a:lstStyle>
            <a:lvl1pPr marL="0" indent="0">
              <a:buNone/>
              <a:defRPr sz="16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32564" y="940967"/>
            <a:ext cx="1682048" cy="3580423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3885079" y="1471613"/>
            <a:ext cx="1403350" cy="2517775"/>
          </a:xfrm>
        </p:spPr>
        <p:txBody>
          <a:bodyPr>
            <a:normAutofit/>
          </a:bodyPr>
          <a:lstStyle>
            <a:lvl1pPr marL="0" indent="0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0" y="5108665"/>
            <a:ext cx="9144000" cy="71120"/>
            <a:chOff x="0" y="3474720"/>
            <a:chExt cx="10261600" cy="71120"/>
          </a:xfrm>
        </p:grpSpPr>
        <p:sp>
          <p:nvSpPr>
            <p:cNvPr id="12" name="Rectangle 11"/>
            <p:cNvSpPr/>
            <p:nvPr/>
          </p:nvSpPr>
          <p:spPr>
            <a:xfrm>
              <a:off x="0" y="3474720"/>
              <a:ext cx="2052320" cy="711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052320" y="3474720"/>
              <a:ext cx="2052320" cy="711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104640" y="3474720"/>
              <a:ext cx="2052320" cy="7112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156960" y="3474720"/>
              <a:ext cx="2052320" cy="7112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209280" y="3474720"/>
              <a:ext cx="2052320" cy="7112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/>
          <p:cNvSpPr/>
          <p:nvPr userDrawn="1"/>
        </p:nvSpPr>
        <p:spPr>
          <a:xfrm>
            <a:off x="8580469" y="313926"/>
            <a:ext cx="285871" cy="16817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algn="ctr"/>
            <a:endParaRPr lang="en-US" dirty="0"/>
          </a:p>
        </p:txBody>
      </p:sp>
      <p:sp>
        <p:nvSpPr>
          <p:cNvPr id="18" name="Isosceles Triangle 17"/>
          <p:cNvSpPr/>
          <p:nvPr userDrawn="1"/>
        </p:nvSpPr>
        <p:spPr>
          <a:xfrm rot="10610802">
            <a:off x="8583732" y="386091"/>
            <a:ext cx="286338" cy="153402"/>
          </a:xfrm>
          <a:prstGeom prst="triangl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algn="ctr"/>
            <a:endParaRPr lang="en-US"/>
          </a:p>
        </p:txBody>
      </p:sp>
      <p:sp>
        <p:nvSpPr>
          <p:cNvPr id="19" name="Slide Number Placeholder 5"/>
          <p:cNvSpPr txBox="1"/>
          <p:nvPr userDrawn="1"/>
        </p:nvSpPr>
        <p:spPr>
          <a:xfrm>
            <a:off x="8593832" y="276948"/>
            <a:ext cx="263295" cy="273844"/>
          </a:xfrm>
          <a:prstGeom prst="rect">
            <a:avLst/>
          </a:prstGeom>
        </p:spPr>
        <p:txBody>
          <a:bodyPr vert="horz" lIns="0" tIns="0" rIns="0" bIns="45709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4FFB07-917D-5348-AE2D-F9A4E0AD1751}" type="slidenum">
              <a:rPr lang="en-US" sz="1000" smtClean="0"/>
            </a:fld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948876"/>
            <a:ext cx="9144000" cy="25400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8580469" y="313926"/>
            <a:ext cx="285871" cy="16817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algn="ctr"/>
            <a:endParaRPr lang="en-US" dirty="0"/>
          </a:p>
        </p:txBody>
      </p:sp>
      <p:sp>
        <p:nvSpPr>
          <p:cNvPr id="17" name="Isosceles Triangle 16"/>
          <p:cNvSpPr/>
          <p:nvPr userDrawn="1"/>
        </p:nvSpPr>
        <p:spPr>
          <a:xfrm rot="10610802">
            <a:off x="8583732" y="386091"/>
            <a:ext cx="286338" cy="153402"/>
          </a:xfrm>
          <a:prstGeom prst="triangl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5"/>
          <p:cNvSpPr txBox="1"/>
          <p:nvPr userDrawn="1"/>
        </p:nvSpPr>
        <p:spPr>
          <a:xfrm>
            <a:off x="8593832" y="276948"/>
            <a:ext cx="263295" cy="273844"/>
          </a:xfrm>
          <a:prstGeom prst="rect">
            <a:avLst/>
          </a:prstGeom>
        </p:spPr>
        <p:txBody>
          <a:bodyPr vert="horz" lIns="0" tIns="0" rIns="0" bIns="45709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4FFB07-917D-5348-AE2D-F9A4E0AD1751}" type="slidenum">
              <a:rPr lang="en-US" sz="1000" smtClean="0"/>
            </a:fld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Service 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8580469" y="313926"/>
            <a:ext cx="285871" cy="16817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algn="ctr"/>
            <a:endParaRPr lang="en-US" dirty="0"/>
          </a:p>
        </p:txBody>
      </p:sp>
      <p:sp>
        <p:nvSpPr>
          <p:cNvPr id="11" name="Isosceles Triangle 10"/>
          <p:cNvSpPr/>
          <p:nvPr userDrawn="1"/>
        </p:nvSpPr>
        <p:spPr>
          <a:xfrm rot="10610802">
            <a:off x="8583732" y="386091"/>
            <a:ext cx="286338" cy="153402"/>
          </a:xfrm>
          <a:prstGeom prst="triangl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/>
          <p:cNvSpPr txBox="1"/>
          <p:nvPr userDrawn="1"/>
        </p:nvSpPr>
        <p:spPr>
          <a:xfrm>
            <a:off x="8593832" y="276948"/>
            <a:ext cx="263295" cy="273844"/>
          </a:xfrm>
          <a:prstGeom prst="rect">
            <a:avLst/>
          </a:prstGeom>
        </p:spPr>
        <p:txBody>
          <a:bodyPr vert="horz" lIns="0" tIns="0" rIns="0" bIns="45709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4FFB07-917D-5348-AE2D-F9A4E0AD1751}" type="slidenum">
              <a:rPr lang="en-US" sz="1000" smtClean="0"/>
            </a:fld>
            <a:endParaRPr lang="en-US" sz="1000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0"/>
          </p:nvPr>
        </p:nvSpPr>
        <p:spPr>
          <a:xfrm>
            <a:off x="3584575" y="3340756"/>
            <a:ext cx="1270000" cy="1270000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</a:lstStyle>
          <a:p>
            <a:endParaRPr lang="en-US"/>
          </a:p>
        </p:txBody>
      </p:sp>
      <p:sp>
        <p:nvSpPr>
          <p:cNvPr id="18" name="Picture Placeholder 16"/>
          <p:cNvSpPr>
            <a:spLocks noGrp="1"/>
          </p:cNvSpPr>
          <p:nvPr>
            <p:ph type="pic" sz="quarter" idx="11"/>
          </p:nvPr>
        </p:nvSpPr>
        <p:spPr>
          <a:xfrm>
            <a:off x="4967111" y="3340756"/>
            <a:ext cx="1270000" cy="1270000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</a:lstStyle>
          <a:p>
            <a:endParaRPr lang="en-US"/>
          </a:p>
        </p:txBody>
      </p:sp>
      <p:sp>
        <p:nvSpPr>
          <p:cNvPr id="19" name="Picture Placeholder 16"/>
          <p:cNvSpPr>
            <a:spLocks noGrp="1"/>
          </p:cNvSpPr>
          <p:nvPr>
            <p:ph type="pic" sz="quarter" idx="12"/>
          </p:nvPr>
        </p:nvSpPr>
        <p:spPr>
          <a:xfrm>
            <a:off x="6343529" y="3340756"/>
            <a:ext cx="2010250" cy="1270000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 Desig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8580469" y="313926"/>
            <a:ext cx="285871" cy="16817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algn="ctr"/>
            <a:endParaRPr lang="en-US" dirty="0"/>
          </a:p>
        </p:txBody>
      </p:sp>
      <p:sp>
        <p:nvSpPr>
          <p:cNvPr id="11" name="Isosceles Triangle 10"/>
          <p:cNvSpPr/>
          <p:nvPr userDrawn="1"/>
        </p:nvSpPr>
        <p:spPr>
          <a:xfrm rot="10610802">
            <a:off x="8583732" y="386091"/>
            <a:ext cx="286338" cy="153402"/>
          </a:xfrm>
          <a:prstGeom prst="triangl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/>
          <p:cNvSpPr txBox="1"/>
          <p:nvPr userDrawn="1"/>
        </p:nvSpPr>
        <p:spPr>
          <a:xfrm>
            <a:off x="8593832" y="276948"/>
            <a:ext cx="263295" cy="273844"/>
          </a:xfrm>
          <a:prstGeom prst="rect">
            <a:avLst/>
          </a:prstGeom>
        </p:spPr>
        <p:txBody>
          <a:bodyPr vert="horz" lIns="0" tIns="0" rIns="0" bIns="45709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4FFB07-917D-5348-AE2D-F9A4E0AD1751}" type="slidenum">
              <a:rPr lang="en-US" sz="1000" smtClean="0"/>
            </a:fld>
            <a:endParaRPr lang="en-US" sz="1000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61698" y="1317251"/>
            <a:ext cx="1297373" cy="276160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75934" y="1317251"/>
            <a:ext cx="1297373" cy="2761601"/>
          </a:xfrm>
          <a:prstGeom prst="rect">
            <a:avLst/>
          </a:prstGeom>
        </p:spPr>
      </p:pic>
      <p:sp>
        <p:nvSpPr>
          <p:cNvPr id="23" name="Picture Placeholder 16"/>
          <p:cNvSpPr>
            <a:spLocks noGrp="1"/>
          </p:cNvSpPr>
          <p:nvPr userDrawn="1">
            <p:ph type="pic" sz="quarter" idx="13"/>
          </p:nvPr>
        </p:nvSpPr>
        <p:spPr>
          <a:xfrm>
            <a:off x="2946729" y="1727401"/>
            <a:ext cx="708653" cy="1929141"/>
          </a:xfrm>
        </p:spPr>
        <p:txBody>
          <a:bodyPr>
            <a:normAutofit/>
          </a:bodyPr>
          <a:lstStyle>
            <a:lvl1pPr marL="0" indent="0">
              <a:buNone/>
              <a:defRPr sz="500"/>
            </a:lvl1pPr>
          </a:lstStyle>
          <a:p>
            <a:endParaRPr lang="en-US"/>
          </a:p>
        </p:txBody>
      </p:sp>
      <p:sp>
        <p:nvSpPr>
          <p:cNvPr id="24" name="Picture Placeholder 16"/>
          <p:cNvSpPr>
            <a:spLocks noGrp="1"/>
          </p:cNvSpPr>
          <p:nvPr userDrawn="1">
            <p:ph type="pic" sz="quarter" idx="14"/>
          </p:nvPr>
        </p:nvSpPr>
        <p:spPr>
          <a:xfrm>
            <a:off x="592666" y="1722109"/>
            <a:ext cx="672015" cy="1929141"/>
          </a:xfrm>
        </p:spPr>
        <p:txBody>
          <a:bodyPr>
            <a:normAutofit/>
          </a:bodyPr>
          <a:lstStyle>
            <a:lvl1pPr marL="0" indent="0">
              <a:buNone/>
              <a:defRPr sz="500"/>
            </a:lvl1pPr>
          </a:lstStyle>
          <a:p>
            <a:endParaRPr lang="en-US"/>
          </a:p>
        </p:txBody>
      </p:sp>
      <p:sp>
        <p:nvSpPr>
          <p:cNvPr id="25" name="Picture Placeholder 16"/>
          <p:cNvSpPr>
            <a:spLocks noGrp="1"/>
          </p:cNvSpPr>
          <p:nvPr>
            <p:ph type="pic" sz="quarter" idx="10"/>
          </p:nvPr>
        </p:nvSpPr>
        <p:spPr>
          <a:xfrm>
            <a:off x="1408442" y="1510442"/>
            <a:ext cx="1417308" cy="2527100"/>
          </a:xfrm>
        </p:spPr>
        <p:txBody>
          <a:bodyPr>
            <a:normAutofit/>
          </a:bodyPr>
          <a:lstStyle>
            <a:lvl1pPr marL="0" indent="0">
              <a:buNone/>
              <a:defRPr sz="500"/>
            </a:lvl1pPr>
          </a:lstStyle>
          <a:p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64681" y="981756"/>
            <a:ext cx="1682048" cy="3580423"/>
          </a:xfrm>
          <a:prstGeom prst="rect">
            <a:avLst/>
          </a:prstGeom>
        </p:spPr>
      </p:pic>
      <p:grpSp>
        <p:nvGrpSpPr>
          <p:cNvPr id="26" name="Group 25"/>
          <p:cNvGrpSpPr/>
          <p:nvPr userDrawn="1"/>
        </p:nvGrpSpPr>
        <p:grpSpPr>
          <a:xfrm>
            <a:off x="0" y="5108665"/>
            <a:ext cx="9144000" cy="71120"/>
            <a:chOff x="0" y="3474720"/>
            <a:chExt cx="10261600" cy="71120"/>
          </a:xfrm>
        </p:grpSpPr>
        <p:sp>
          <p:nvSpPr>
            <p:cNvPr id="27" name="Rectangle 26"/>
            <p:cNvSpPr/>
            <p:nvPr/>
          </p:nvSpPr>
          <p:spPr>
            <a:xfrm>
              <a:off x="0" y="3474720"/>
              <a:ext cx="2052320" cy="711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052320" y="3474720"/>
              <a:ext cx="2052320" cy="711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4104640" y="3474720"/>
              <a:ext cx="2052320" cy="7112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6156960" y="3474720"/>
              <a:ext cx="2052320" cy="7112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209280" y="3474720"/>
              <a:ext cx="2052320" cy="7112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 Design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8580469" y="313926"/>
            <a:ext cx="285871" cy="16817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algn="ctr"/>
            <a:endParaRPr lang="en-US" dirty="0"/>
          </a:p>
        </p:txBody>
      </p:sp>
      <p:sp>
        <p:nvSpPr>
          <p:cNvPr id="11" name="Isosceles Triangle 10"/>
          <p:cNvSpPr/>
          <p:nvPr userDrawn="1"/>
        </p:nvSpPr>
        <p:spPr>
          <a:xfrm rot="10610802">
            <a:off x="8583732" y="386091"/>
            <a:ext cx="286338" cy="153402"/>
          </a:xfrm>
          <a:prstGeom prst="triangl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/>
          <p:cNvSpPr txBox="1"/>
          <p:nvPr userDrawn="1"/>
        </p:nvSpPr>
        <p:spPr>
          <a:xfrm>
            <a:off x="8593832" y="276948"/>
            <a:ext cx="263295" cy="273844"/>
          </a:xfrm>
          <a:prstGeom prst="rect">
            <a:avLst/>
          </a:prstGeom>
        </p:spPr>
        <p:txBody>
          <a:bodyPr vert="horz" lIns="0" tIns="0" rIns="0" bIns="45709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4FFB07-917D-5348-AE2D-F9A4E0AD1751}" type="slidenum">
              <a:rPr lang="en-US" sz="1000" smtClean="0"/>
            </a:fld>
            <a:endParaRPr lang="en-US" sz="1000" dirty="0"/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43909" y="871380"/>
            <a:ext cx="1274865" cy="2713689"/>
          </a:xfrm>
          <a:prstGeom prst="rect">
            <a:avLst/>
          </a:prstGeom>
        </p:spPr>
      </p:pic>
      <p:sp>
        <p:nvSpPr>
          <p:cNvPr id="26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1560136" y="1275026"/>
            <a:ext cx="1063633" cy="1908283"/>
          </a:xfrm>
        </p:spPr>
        <p:txBody>
          <a:bodyPr>
            <a:normAutofit/>
          </a:bodyPr>
          <a:lstStyle>
            <a:lvl1pPr marL="0" indent="0"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29" name="Picture 28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907931" y="871380"/>
            <a:ext cx="1274865" cy="2713689"/>
          </a:xfrm>
          <a:prstGeom prst="rect">
            <a:avLst/>
          </a:prstGeom>
        </p:spPr>
      </p:pic>
      <p:sp>
        <p:nvSpPr>
          <p:cNvPr id="30" name="Picture Placeholder 9"/>
          <p:cNvSpPr>
            <a:spLocks noGrp="1"/>
          </p:cNvSpPr>
          <p:nvPr>
            <p:ph type="pic" sz="quarter" idx="11"/>
          </p:nvPr>
        </p:nvSpPr>
        <p:spPr>
          <a:xfrm>
            <a:off x="4024158" y="1275026"/>
            <a:ext cx="1063633" cy="1908283"/>
          </a:xfrm>
        </p:spPr>
        <p:txBody>
          <a:bodyPr>
            <a:normAutofit/>
          </a:bodyPr>
          <a:lstStyle>
            <a:lvl1pPr marL="0" indent="0"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33" name="Picture 3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405610" y="871380"/>
            <a:ext cx="1274865" cy="2713689"/>
          </a:xfrm>
          <a:prstGeom prst="rect">
            <a:avLst/>
          </a:prstGeom>
        </p:spPr>
      </p:pic>
      <p:sp>
        <p:nvSpPr>
          <p:cNvPr id="34" name="Picture Placeholder 9"/>
          <p:cNvSpPr>
            <a:spLocks noGrp="1"/>
          </p:cNvSpPr>
          <p:nvPr>
            <p:ph type="pic" sz="quarter" idx="12"/>
          </p:nvPr>
        </p:nvSpPr>
        <p:spPr>
          <a:xfrm>
            <a:off x="6521837" y="1275026"/>
            <a:ext cx="1063633" cy="1908283"/>
          </a:xfrm>
        </p:spPr>
        <p:txBody>
          <a:bodyPr>
            <a:normAutofit/>
          </a:bodyPr>
          <a:lstStyle>
            <a:lvl1pPr marL="0" indent="0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grpSp>
        <p:nvGrpSpPr>
          <p:cNvPr id="35" name="Group 34"/>
          <p:cNvGrpSpPr/>
          <p:nvPr userDrawn="1"/>
        </p:nvGrpSpPr>
        <p:grpSpPr>
          <a:xfrm>
            <a:off x="0" y="5108665"/>
            <a:ext cx="9144000" cy="71120"/>
            <a:chOff x="0" y="3474720"/>
            <a:chExt cx="10261600" cy="71120"/>
          </a:xfrm>
        </p:grpSpPr>
        <p:sp>
          <p:nvSpPr>
            <p:cNvPr id="36" name="Rectangle 35"/>
            <p:cNvSpPr/>
            <p:nvPr/>
          </p:nvSpPr>
          <p:spPr>
            <a:xfrm>
              <a:off x="0" y="3474720"/>
              <a:ext cx="2052320" cy="711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2052320" y="3474720"/>
              <a:ext cx="2052320" cy="711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104640" y="3474720"/>
              <a:ext cx="2052320" cy="7112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6156960" y="3474720"/>
              <a:ext cx="2052320" cy="7112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8209280" y="3474720"/>
              <a:ext cx="2052320" cy="7112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 Design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8580469" y="313926"/>
            <a:ext cx="285871" cy="16817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algn="ctr"/>
            <a:endParaRPr lang="en-US" dirty="0"/>
          </a:p>
        </p:txBody>
      </p:sp>
      <p:sp>
        <p:nvSpPr>
          <p:cNvPr id="11" name="Isosceles Triangle 10"/>
          <p:cNvSpPr/>
          <p:nvPr userDrawn="1"/>
        </p:nvSpPr>
        <p:spPr>
          <a:xfrm rot="10610802">
            <a:off x="8583732" y="386091"/>
            <a:ext cx="286338" cy="153402"/>
          </a:xfrm>
          <a:prstGeom prst="triangl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/>
          <p:cNvSpPr txBox="1"/>
          <p:nvPr userDrawn="1"/>
        </p:nvSpPr>
        <p:spPr>
          <a:xfrm>
            <a:off x="8593832" y="276948"/>
            <a:ext cx="263295" cy="273844"/>
          </a:xfrm>
          <a:prstGeom prst="rect">
            <a:avLst/>
          </a:prstGeom>
        </p:spPr>
        <p:txBody>
          <a:bodyPr vert="horz" lIns="0" tIns="0" rIns="0" bIns="45709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4FFB07-917D-5348-AE2D-F9A4E0AD1751}" type="slidenum">
              <a:rPr lang="en-US" sz="1000" smtClean="0"/>
            </a:fld>
            <a:endParaRPr lang="en-US" sz="1000" dirty="0"/>
          </a:p>
        </p:txBody>
      </p:sp>
      <p:grpSp>
        <p:nvGrpSpPr>
          <p:cNvPr id="35" name="Group 34"/>
          <p:cNvGrpSpPr/>
          <p:nvPr userDrawn="1"/>
        </p:nvGrpSpPr>
        <p:grpSpPr>
          <a:xfrm>
            <a:off x="0" y="5108665"/>
            <a:ext cx="9144000" cy="71120"/>
            <a:chOff x="0" y="3474720"/>
            <a:chExt cx="10261600" cy="71120"/>
          </a:xfrm>
        </p:grpSpPr>
        <p:sp>
          <p:nvSpPr>
            <p:cNvPr id="36" name="Rectangle 35"/>
            <p:cNvSpPr/>
            <p:nvPr/>
          </p:nvSpPr>
          <p:spPr>
            <a:xfrm>
              <a:off x="0" y="3474720"/>
              <a:ext cx="2052320" cy="711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2052320" y="3474720"/>
              <a:ext cx="2052320" cy="711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104640" y="3474720"/>
              <a:ext cx="2052320" cy="7112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6156960" y="3474720"/>
              <a:ext cx="2052320" cy="7112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8209280" y="3474720"/>
              <a:ext cx="2052320" cy="7112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91842" y="837058"/>
            <a:ext cx="1735547" cy="3694302"/>
          </a:xfrm>
          <a:prstGeom prst="rect">
            <a:avLst/>
          </a:prstGeom>
        </p:spPr>
      </p:pic>
      <p:sp>
        <p:nvSpPr>
          <p:cNvPr id="18" name="Picture Placeholder 9"/>
          <p:cNvSpPr>
            <a:spLocks noGrp="1"/>
          </p:cNvSpPr>
          <p:nvPr>
            <p:ph type="pic" sz="quarter" idx="11"/>
          </p:nvPr>
        </p:nvSpPr>
        <p:spPr>
          <a:xfrm>
            <a:off x="6648242" y="1378239"/>
            <a:ext cx="1458746" cy="2618028"/>
          </a:xfrm>
        </p:spPr>
        <p:txBody>
          <a:bodyPr>
            <a:normAutofit/>
          </a:bodyPr>
          <a:lstStyle>
            <a:lvl1pPr marL="0" indent="0"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 Design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8580469" y="313926"/>
            <a:ext cx="285871" cy="16817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algn="ctr"/>
            <a:endParaRPr lang="en-US" dirty="0"/>
          </a:p>
        </p:txBody>
      </p:sp>
      <p:sp>
        <p:nvSpPr>
          <p:cNvPr id="11" name="Isosceles Triangle 10"/>
          <p:cNvSpPr/>
          <p:nvPr userDrawn="1"/>
        </p:nvSpPr>
        <p:spPr>
          <a:xfrm rot="10610802">
            <a:off x="8583732" y="386091"/>
            <a:ext cx="286338" cy="153402"/>
          </a:xfrm>
          <a:prstGeom prst="triangl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/>
          <p:cNvSpPr txBox="1"/>
          <p:nvPr userDrawn="1"/>
        </p:nvSpPr>
        <p:spPr>
          <a:xfrm>
            <a:off x="8593832" y="276948"/>
            <a:ext cx="263295" cy="273844"/>
          </a:xfrm>
          <a:prstGeom prst="rect">
            <a:avLst/>
          </a:prstGeom>
        </p:spPr>
        <p:txBody>
          <a:bodyPr vert="horz" lIns="0" tIns="0" rIns="0" bIns="45709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4FFB07-917D-5348-AE2D-F9A4E0AD1751}" type="slidenum">
              <a:rPr lang="en-US" sz="1000" smtClean="0"/>
            </a:fld>
            <a:endParaRPr lang="en-US" sz="1000" dirty="0"/>
          </a:p>
        </p:txBody>
      </p:sp>
      <p:grpSp>
        <p:nvGrpSpPr>
          <p:cNvPr id="35" name="Group 34"/>
          <p:cNvGrpSpPr/>
          <p:nvPr userDrawn="1"/>
        </p:nvGrpSpPr>
        <p:grpSpPr>
          <a:xfrm>
            <a:off x="0" y="5108665"/>
            <a:ext cx="9144000" cy="71120"/>
            <a:chOff x="0" y="3474720"/>
            <a:chExt cx="10261600" cy="71120"/>
          </a:xfrm>
        </p:grpSpPr>
        <p:sp>
          <p:nvSpPr>
            <p:cNvPr id="36" name="Rectangle 35"/>
            <p:cNvSpPr/>
            <p:nvPr/>
          </p:nvSpPr>
          <p:spPr>
            <a:xfrm>
              <a:off x="0" y="3474720"/>
              <a:ext cx="2052320" cy="711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2052320" y="3474720"/>
              <a:ext cx="2052320" cy="711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104640" y="3474720"/>
              <a:ext cx="2052320" cy="7112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6156960" y="3474720"/>
              <a:ext cx="2052320" cy="7112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8209280" y="3474720"/>
              <a:ext cx="2052320" cy="7112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13932" y="837058"/>
            <a:ext cx="1735547" cy="3694302"/>
          </a:xfrm>
          <a:prstGeom prst="rect">
            <a:avLst/>
          </a:prstGeom>
        </p:spPr>
      </p:pic>
      <p:sp>
        <p:nvSpPr>
          <p:cNvPr id="14" name="Picture Placeholder 9"/>
          <p:cNvSpPr>
            <a:spLocks noGrp="1"/>
          </p:cNvSpPr>
          <p:nvPr>
            <p:ph type="pic" sz="quarter" idx="11"/>
          </p:nvPr>
        </p:nvSpPr>
        <p:spPr>
          <a:xfrm>
            <a:off x="3862663" y="1371663"/>
            <a:ext cx="1458746" cy="2618028"/>
          </a:xfrm>
        </p:spPr>
        <p:txBody>
          <a:bodyPr>
            <a:normAutofit/>
          </a:bodyPr>
          <a:lstStyle>
            <a:lvl1pPr marL="0" indent="0"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 Design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4915084" y="1412666"/>
            <a:ext cx="1202983" cy="2560681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2929320" y="1412666"/>
            <a:ext cx="1202983" cy="2560681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718067" y="1136744"/>
            <a:ext cx="1559671" cy="3319930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8580469" y="313926"/>
            <a:ext cx="285871" cy="16817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algn="ctr"/>
            <a:endParaRPr lang="en-US" dirty="0"/>
          </a:p>
        </p:txBody>
      </p:sp>
      <p:sp>
        <p:nvSpPr>
          <p:cNvPr id="11" name="Isosceles Triangle 10"/>
          <p:cNvSpPr/>
          <p:nvPr userDrawn="1"/>
        </p:nvSpPr>
        <p:spPr>
          <a:xfrm rot="10610802">
            <a:off x="8583732" y="386091"/>
            <a:ext cx="286338" cy="153402"/>
          </a:xfrm>
          <a:prstGeom prst="triangl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/>
          <p:cNvSpPr txBox="1"/>
          <p:nvPr userDrawn="1"/>
        </p:nvSpPr>
        <p:spPr>
          <a:xfrm>
            <a:off x="8593832" y="276948"/>
            <a:ext cx="263295" cy="273844"/>
          </a:xfrm>
          <a:prstGeom prst="rect">
            <a:avLst/>
          </a:prstGeom>
        </p:spPr>
        <p:txBody>
          <a:bodyPr vert="horz" lIns="0" tIns="0" rIns="0" bIns="45709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4FFB07-917D-5348-AE2D-F9A4E0AD1751}" type="slidenum">
              <a:rPr lang="en-US" sz="1000" smtClean="0"/>
            </a:fld>
            <a:endParaRPr lang="en-US" sz="1000" dirty="0"/>
          </a:p>
        </p:txBody>
      </p:sp>
      <p:grpSp>
        <p:nvGrpSpPr>
          <p:cNvPr id="26" name="Group 25"/>
          <p:cNvGrpSpPr/>
          <p:nvPr userDrawn="1"/>
        </p:nvGrpSpPr>
        <p:grpSpPr>
          <a:xfrm>
            <a:off x="0" y="5108665"/>
            <a:ext cx="9144000" cy="71120"/>
            <a:chOff x="0" y="3474720"/>
            <a:chExt cx="10261600" cy="71120"/>
          </a:xfrm>
        </p:grpSpPr>
        <p:sp>
          <p:nvSpPr>
            <p:cNvPr id="27" name="Rectangle 26"/>
            <p:cNvSpPr/>
            <p:nvPr/>
          </p:nvSpPr>
          <p:spPr>
            <a:xfrm>
              <a:off x="0" y="3474720"/>
              <a:ext cx="2052320" cy="711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052320" y="3474720"/>
              <a:ext cx="2052320" cy="711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4104640" y="3474720"/>
              <a:ext cx="2052320" cy="7112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6156960" y="3474720"/>
              <a:ext cx="2052320" cy="7112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209280" y="3474720"/>
              <a:ext cx="2052320" cy="7112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Picture Placeholder 16"/>
          <p:cNvSpPr>
            <a:spLocks noGrp="1"/>
          </p:cNvSpPr>
          <p:nvPr>
            <p:ph type="pic" sz="quarter" idx="13"/>
          </p:nvPr>
        </p:nvSpPr>
        <p:spPr>
          <a:xfrm>
            <a:off x="5277738" y="1795794"/>
            <a:ext cx="755076" cy="1788787"/>
          </a:xfrm>
        </p:spPr>
        <p:txBody>
          <a:bodyPr>
            <a:normAutofit/>
          </a:bodyPr>
          <a:lstStyle>
            <a:lvl1pPr marL="0" indent="0">
              <a:buNone/>
              <a:defRPr sz="500"/>
            </a:lvl1pPr>
          </a:lstStyle>
          <a:p>
            <a:endParaRPr lang="en-US"/>
          </a:p>
        </p:txBody>
      </p:sp>
      <p:sp>
        <p:nvSpPr>
          <p:cNvPr id="39" name="Picture Placeholder 16"/>
          <p:cNvSpPr>
            <a:spLocks noGrp="1"/>
          </p:cNvSpPr>
          <p:nvPr>
            <p:ph type="pic" sz="quarter" idx="14"/>
          </p:nvPr>
        </p:nvSpPr>
        <p:spPr>
          <a:xfrm>
            <a:off x="3035904" y="1795294"/>
            <a:ext cx="690303" cy="1788787"/>
          </a:xfrm>
        </p:spPr>
        <p:txBody>
          <a:bodyPr>
            <a:normAutofit/>
          </a:bodyPr>
          <a:lstStyle>
            <a:lvl1pPr marL="0" indent="0">
              <a:buNone/>
              <a:defRPr sz="500"/>
            </a:lvl1pPr>
          </a:lstStyle>
          <a:p>
            <a:endParaRPr lang="en-US"/>
          </a:p>
        </p:txBody>
      </p:sp>
      <p:sp>
        <p:nvSpPr>
          <p:cNvPr id="25" name="Picture Placeholder 16"/>
          <p:cNvSpPr>
            <a:spLocks noGrp="1"/>
          </p:cNvSpPr>
          <p:nvPr>
            <p:ph type="pic" sz="quarter" idx="10"/>
          </p:nvPr>
        </p:nvSpPr>
        <p:spPr>
          <a:xfrm>
            <a:off x="3860430" y="1637442"/>
            <a:ext cx="1310284" cy="2335905"/>
          </a:xfrm>
        </p:spPr>
        <p:txBody>
          <a:bodyPr>
            <a:normAutofit/>
          </a:bodyPr>
          <a:lstStyle>
            <a:lvl1pPr marL="0" indent="0">
              <a:buNone/>
              <a:defRPr sz="500"/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 Design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8580469" y="313926"/>
            <a:ext cx="285871" cy="16817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algn="ctr"/>
            <a:endParaRPr lang="en-US" dirty="0"/>
          </a:p>
        </p:txBody>
      </p:sp>
      <p:sp>
        <p:nvSpPr>
          <p:cNvPr id="11" name="Isosceles Triangle 10"/>
          <p:cNvSpPr/>
          <p:nvPr userDrawn="1"/>
        </p:nvSpPr>
        <p:spPr>
          <a:xfrm rot="10610802">
            <a:off x="8583732" y="386091"/>
            <a:ext cx="286338" cy="153402"/>
          </a:xfrm>
          <a:prstGeom prst="triangl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/>
          <p:cNvSpPr txBox="1"/>
          <p:nvPr userDrawn="1"/>
        </p:nvSpPr>
        <p:spPr>
          <a:xfrm>
            <a:off x="8593832" y="276948"/>
            <a:ext cx="263295" cy="273844"/>
          </a:xfrm>
          <a:prstGeom prst="rect">
            <a:avLst/>
          </a:prstGeom>
        </p:spPr>
        <p:txBody>
          <a:bodyPr vert="horz" lIns="0" tIns="0" rIns="0" bIns="45709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4FFB07-917D-5348-AE2D-F9A4E0AD1751}" type="slidenum">
              <a:rPr lang="en-US" sz="1000" smtClean="0"/>
            </a:fld>
            <a:endParaRPr lang="en-US" sz="1000" dirty="0"/>
          </a:p>
        </p:txBody>
      </p:sp>
      <p:grpSp>
        <p:nvGrpSpPr>
          <p:cNvPr id="26" name="Group 25"/>
          <p:cNvGrpSpPr/>
          <p:nvPr userDrawn="1"/>
        </p:nvGrpSpPr>
        <p:grpSpPr>
          <a:xfrm>
            <a:off x="0" y="5108665"/>
            <a:ext cx="9144000" cy="71120"/>
            <a:chOff x="0" y="3474720"/>
            <a:chExt cx="10261600" cy="71120"/>
          </a:xfrm>
        </p:grpSpPr>
        <p:sp>
          <p:nvSpPr>
            <p:cNvPr id="27" name="Rectangle 26"/>
            <p:cNvSpPr/>
            <p:nvPr/>
          </p:nvSpPr>
          <p:spPr>
            <a:xfrm>
              <a:off x="0" y="3474720"/>
              <a:ext cx="2052320" cy="711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052320" y="3474720"/>
              <a:ext cx="2052320" cy="711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4104640" y="3474720"/>
              <a:ext cx="2052320" cy="7112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6156960" y="3474720"/>
              <a:ext cx="2052320" cy="7112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209280" y="3474720"/>
              <a:ext cx="2052320" cy="7112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11112" y="1112969"/>
            <a:ext cx="1614432" cy="3436496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66184" y="1112969"/>
            <a:ext cx="1614432" cy="3436496"/>
          </a:xfrm>
          <a:prstGeom prst="rect">
            <a:avLst/>
          </a:prstGeom>
        </p:spPr>
      </p:pic>
      <p:sp>
        <p:nvSpPr>
          <p:cNvPr id="19" name="Picture Placeholder 16"/>
          <p:cNvSpPr>
            <a:spLocks noGrp="1"/>
          </p:cNvSpPr>
          <p:nvPr>
            <p:ph type="pic" sz="quarter" idx="10"/>
          </p:nvPr>
        </p:nvSpPr>
        <p:spPr>
          <a:xfrm>
            <a:off x="3051330" y="1628370"/>
            <a:ext cx="1356004" cy="2418201"/>
          </a:xfrm>
        </p:spPr>
        <p:txBody>
          <a:bodyPr>
            <a:normAutofit/>
          </a:bodyPr>
          <a:lstStyle>
            <a:lvl1pPr marL="0" indent="0">
              <a:buNone/>
              <a:defRPr sz="500"/>
            </a:lvl1pPr>
          </a:lstStyle>
          <a:p>
            <a:endParaRPr lang="en-US"/>
          </a:p>
        </p:txBody>
      </p:sp>
      <p:sp>
        <p:nvSpPr>
          <p:cNvPr id="20" name="Picture Placeholder 16"/>
          <p:cNvSpPr>
            <a:spLocks noGrp="1"/>
          </p:cNvSpPr>
          <p:nvPr>
            <p:ph type="pic" sz="quarter" idx="11"/>
          </p:nvPr>
        </p:nvSpPr>
        <p:spPr>
          <a:xfrm>
            <a:off x="4709105" y="1628370"/>
            <a:ext cx="1356004" cy="2418201"/>
          </a:xfrm>
        </p:spPr>
        <p:txBody>
          <a:bodyPr>
            <a:normAutofit/>
          </a:bodyPr>
          <a:lstStyle>
            <a:lvl1pPr marL="0" indent="0">
              <a:buNone/>
              <a:defRPr sz="500"/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8580469" y="313926"/>
            <a:ext cx="285871" cy="16817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algn="ctr"/>
            <a:endParaRPr lang="en-US" dirty="0"/>
          </a:p>
        </p:txBody>
      </p:sp>
      <p:sp>
        <p:nvSpPr>
          <p:cNvPr id="11" name="Isosceles Triangle 10"/>
          <p:cNvSpPr/>
          <p:nvPr userDrawn="1"/>
        </p:nvSpPr>
        <p:spPr>
          <a:xfrm rot="10610802">
            <a:off x="8583732" y="386091"/>
            <a:ext cx="286338" cy="153402"/>
          </a:xfrm>
          <a:prstGeom prst="triangl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/>
          <p:cNvSpPr txBox="1"/>
          <p:nvPr userDrawn="1"/>
        </p:nvSpPr>
        <p:spPr>
          <a:xfrm>
            <a:off x="8593832" y="276948"/>
            <a:ext cx="263295" cy="273844"/>
          </a:xfrm>
          <a:prstGeom prst="rect">
            <a:avLst/>
          </a:prstGeom>
        </p:spPr>
        <p:txBody>
          <a:bodyPr vert="horz" lIns="0" tIns="0" rIns="0" bIns="45709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4FFB07-917D-5348-AE2D-F9A4E0AD1751}" type="slidenum">
              <a:rPr lang="en-US" sz="1000" smtClean="0"/>
            </a:fld>
            <a:endParaRPr lang="en-US" sz="1000" dirty="0"/>
          </a:p>
        </p:txBody>
      </p:sp>
      <p:grpSp>
        <p:nvGrpSpPr>
          <p:cNvPr id="26" name="Group 25"/>
          <p:cNvGrpSpPr/>
          <p:nvPr userDrawn="1"/>
        </p:nvGrpSpPr>
        <p:grpSpPr>
          <a:xfrm>
            <a:off x="0" y="5108665"/>
            <a:ext cx="9144000" cy="71120"/>
            <a:chOff x="0" y="3474720"/>
            <a:chExt cx="10261600" cy="71120"/>
          </a:xfrm>
        </p:grpSpPr>
        <p:sp>
          <p:nvSpPr>
            <p:cNvPr id="27" name="Rectangle 26"/>
            <p:cNvSpPr/>
            <p:nvPr/>
          </p:nvSpPr>
          <p:spPr>
            <a:xfrm>
              <a:off x="0" y="3474720"/>
              <a:ext cx="2052320" cy="711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052320" y="3474720"/>
              <a:ext cx="2052320" cy="711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4104640" y="3474720"/>
              <a:ext cx="2052320" cy="7112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6156960" y="3474720"/>
              <a:ext cx="2052320" cy="7112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209280" y="3474720"/>
              <a:ext cx="2052320" cy="7112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 descr="iPad Air Whit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443270" y="774425"/>
            <a:ext cx="2853659" cy="4084904"/>
          </a:xfrm>
          <a:prstGeom prst="rect">
            <a:avLst/>
          </a:prstGeom>
        </p:spPr>
      </p:pic>
      <p:sp>
        <p:nvSpPr>
          <p:cNvPr id="19" name="Picture Placeholder 16"/>
          <p:cNvSpPr>
            <a:spLocks noGrp="1"/>
          </p:cNvSpPr>
          <p:nvPr>
            <p:ph type="pic" sz="quarter" idx="10"/>
          </p:nvPr>
        </p:nvSpPr>
        <p:spPr>
          <a:xfrm>
            <a:off x="776961" y="1283013"/>
            <a:ext cx="2216490" cy="2974612"/>
          </a:xfrm>
        </p:spPr>
        <p:txBody>
          <a:bodyPr>
            <a:normAutofit/>
          </a:bodyPr>
          <a:lstStyle>
            <a:lvl1pPr marL="0" indent="0">
              <a:buNone/>
              <a:defRPr sz="500"/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iPad Air White wo Shadow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 rot="5400000">
            <a:off x="3058895" y="2173"/>
            <a:ext cx="2823583" cy="4171264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8580469" y="313926"/>
            <a:ext cx="285871" cy="16817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algn="ctr"/>
            <a:endParaRPr lang="en-US" dirty="0"/>
          </a:p>
        </p:txBody>
      </p:sp>
      <p:sp>
        <p:nvSpPr>
          <p:cNvPr id="11" name="Isosceles Triangle 10"/>
          <p:cNvSpPr/>
          <p:nvPr userDrawn="1"/>
        </p:nvSpPr>
        <p:spPr>
          <a:xfrm rot="10610802">
            <a:off x="8583732" y="386091"/>
            <a:ext cx="286338" cy="153402"/>
          </a:xfrm>
          <a:prstGeom prst="triangl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/>
          <p:cNvSpPr txBox="1"/>
          <p:nvPr userDrawn="1"/>
        </p:nvSpPr>
        <p:spPr>
          <a:xfrm>
            <a:off x="8593832" y="276948"/>
            <a:ext cx="263295" cy="273844"/>
          </a:xfrm>
          <a:prstGeom prst="rect">
            <a:avLst/>
          </a:prstGeom>
        </p:spPr>
        <p:txBody>
          <a:bodyPr vert="horz" lIns="0" tIns="0" rIns="0" bIns="45709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4FFB07-917D-5348-AE2D-F9A4E0AD1751}" type="slidenum">
              <a:rPr lang="en-US" sz="1000" smtClean="0"/>
            </a:fld>
            <a:endParaRPr lang="en-US" sz="1000" dirty="0"/>
          </a:p>
        </p:txBody>
      </p:sp>
      <p:grpSp>
        <p:nvGrpSpPr>
          <p:cNvPr id="26" name="Group 25"/>
          <p:cNvGrpSpPr/>
          <p:nvPr userDrawn="1"/>
        </p:nvGrpSpPr>
        <p:grpSpPr>
          <a:xfrm>
            <a:off x="0" y="5108665"/>
            <a:ext cx="9144000" cy="71120"/>
            <a:chOff x="0" y="3474720"/>
            <a:chExt cx="10261600" cy="71120"/>
          </a:xfrm>
        </p:grpSpPr>
        <p:sp>
          <p:nvSpPr>
            <p:cNvPr id="27" name="Rectangle 26"/>
            <p:cNvSpPr/>
            <p:nvPr/>
          </p:nvSpPr>
          <p:spPr>
            <a:xfrm>
              <a:off x="0" y="3474720"/>
              <a:ext cx="2052320" cy="711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052320" y="3474720"/>
              <a:ext cx="2052320" cy="711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4104640" y="3474720"/>
              <a:ext cx="2052320" cy="7112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6156960" y="3474720"/>
              <a:ext cx="2052320" cy="7112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209280" y="3474720"/>
              <a:ext cx="2052320" cy="7112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Picture Placeholder 16"/>
          <p:cNvSpPr>
            <a:spLocks noGrp="1"/>
          </p:cNvSpPr>
          <p:nvPr>
            <p:ph type="pic" sz="quarter" idx="12"/>
          </p:nvPr>
        </p:nvSpPr>
        <p:spPr>
          <a:xfrm>
            <a:off x="3111559" y="1040946"/>
            <a:ext cx="2834640" cy="2121408"/>
          </a:xfrm>
        </p:spPr>
        <p:txBody>
          <a:bodyPr>
            <a:normAutofit/>
          </a:bodyPr>
          <a:lstStyle>
            <a:lvl1pPr marL="0" indent="0">
              <a:buNone/>
              <a:defRPr sz="500"/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8580469" y="313926"/>
            <a:ext cx="285871" cy="16817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algn="ctr"/>
            <a:endParaRPr lang="en-US" dirty="0"/>
          </a:p>
        </p:txBody>
      </p:sp>
      <p:sp>
        <p:nvSpPr>
          <p:cNvPr id="11" name="Isosceles Triangle 10"/>
          <p:cNvSpPr/>
          <p:nvPr userDrawn="1"/>
        </p:nvSpPr>
        <p:spPr>
          <a:xfrm rot="10610802">
            <a:off x="8583732" y="386091"/>
            <a:ext cx="286338" cy="153402"/>
          </a:xfrm>
          <a:prstGeom prst="triangl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/>
          <p:cNvSpPr txBox="1"/>
          <p:nvPr userDrawn="1"/>
        </p:nvSpPr>
        <p:spPr>
          <a:xfrm>
            <a:off x="8593832" y="276948"/>
            <a:ext cx="263295" cy="273844"/>
          </a:xfrm>
          <a:prstGeom prst="rect">
            <a:avLst/>
          </a:prstGeom>
        </p:spPr>
        <p:txBody>
          <a:bodyPr vert="horz" lIns="0" tIns="0" rIns="0" bIns="45709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4FFB07-917D-5348-AE2D-F9A4E0AD1751}" type="slidenum">
              <a:rPr lang="en-US" sz="1000" smtClean="0"/>
            </a:fld>
            <a:endParaRPr lang="en-US" sz="1000" dirty="0"/>
          </a:p>
        </p:txBody>
      </p:sp>
      <p:grpSp>
        <p:nvGrpSpPr>
          <p:cNvPr id="35" name="Group 34"/>
          <p:cNvGrpSpPr/>
          <p:nvPr userDrawn="1"/>
        </p:nvGrpSpPr>
        <p:grpSpPr>
          <a:xfrm>
            <a:off x="0" y="5108665"/>
            <a:ext cx="9144000" cy="71120"/>
            <a:chOff x="0" y="3474720"/>
            <a:chExt cx="10261600" cy="71120"/>
          </a:xfrm>
        </p:grpSpPr>
        <p:sp>
          <p:nvSpPr>
            <p:cNvPr id="36" name="Rectangle 35"/>
            <p:cNvSpPr/>
            <p:nvPr/>
          </p:nvSpPr>
          <p:spPr>
            <a:xfrm>
              <a:off x="0" y="3474720"/>
              <a:ext cx="2052320" cy="711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2052320" y="3474720"/>
              <a:ext cx="2052320" cy="711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104640" y="3474720"/>
              <a:ext cx="2052320" cy="7112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6156960" y="3474720"/>
              <a:ext cx="2052320" cy="7112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8209280" y="3474720"/>
              <a:ext cx="2052320" cy="7112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/>
          <p:cNvGrpSpPr/>
          <p:nvPr userDrawn="1"/>
        </p:nvGrpSpPr>
        <p:grpSpPr>
          <a:xfrm>
            <a:off x="193040" y="1104242"/>
            <a:ext cx="4994398" cy="3886016"/>
            <a:chOff x="2084279" y="594889"/>
            <a:chExt cx="4994398" cy="3886016"/>
          </a:xfrm>
        </p:grpSpPr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84279" y="594889"/>
              <a:ext cx="4994398" cy="3886016"/>
            </a:xfrm>
            <a:prstGeom prst="rect">
              <a:avLst/>
            </a:prstGeom>
          </p:spPr>
        </p:pic>
        <p:sp>
          <p:nvSpPr>
            <p:cNvPr id="17" name="Rectangle 16"/>
            <p:cNvSpPr/>
            <p:nvPr/>
          </p:nvSpPr>
          <p:spPr>
            <a:xfrm>
              <a:off x="2908092" y="1313332"/>
              <a:ext cx="3310128" cy="2049481"/>
            </a:xfrm>
            <a:prstGeom prst="rect">
              <a:avLst/>
            </a:prstGeom>
            <a:solidFill>
              <a:srgbClr val="558ED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4" name="Picture Placeholder 9"/>
          <p:cNvSpPr>
            <a:spLocks noGrp="1"/>
          </p:cNvSpPr>
          <p:nvPr>
            <p:ph type="pic" sz="quarter" idx="11"/>
          </p:nvPr>
        </p:nvSpPr>
        <p:spPr>
          <a:xfrm>
            <a:off x="1014707" y="1820734"/>
            <a:ext cx="3310128" cy="2076913"/>
          </a:xfrm>
        </p:spPr>
        <p:txBody>
          <a:bodyPr>
            <a:normAutofit/>
          </a:bodyPr>
          <a:lstStyle>
            <a:lvl1pPr marL="0" indent="0"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ktop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8580469" y="313926"/>
            <a:ext cx="285871" cy="16817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algn="ctr"/>
            <a:endParaRPr lang="en-US" dirty="0"/>
          </a:p>
        </p:txBody>
      </p:sp>
      <p:sp>
        <p:nvSpPr>
          <p:cNvPr id="11" name="Isosceles Triangle 10"/>
          <p:cNvSpPr/>
          <p:nvPr userDrawn="1"/>
        </p:nvSpPr>
        <p:spPr>
          <a:xfrm rot="10610802">
            <a:off x="8583732" y="386091"/>
            <a:ext cx="286338" cy="153402"/>
          </a:xfrm>
          <a:prstGeom prst="triangl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/>
          <p:cNvSpPr txBox="1"/>
          <p:nvPr userDrawn="1"/>
        </p:nvSpPr>
        <p:spPr>
          <a:xfrm>
            <a:off x="8593832" y="276948"/>
            <a:ext cx="263295" cy="273844"/>
          </a:xfrm>
          <a:prstGeom prst="rect">
            <a:avLst/>
          </a:prstGeom>
        </p:spPr>
        <p:txBody>
          <a:bodyPr vert="horz" lIns="0" tIns="0" rIns="0" bIns="45709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4FFB07-917D-5348-AE2D-F9A4E0AD1751}" type="slidenum">
              <a:rPr lang="en-US" sz="1000" smtClean="0"/>
            </a:fld>
            <a:endParaRPr lang="en-US" sz="1000" dirty="0"/>
          </a:p>
        </p:txBody>
      </p:sp>
      <p:grpSp>
        <p:nvGrpSpPr>
          <p:cNvPr id="35" name="Group 34"/>
          <p:cNvGrpSpPr/>
          <p:nvPr userDrawn="1"/>
        </p:nvGrpSpPr>
        <p:grpSpPr>
          <a:xfrm>
            <a:off x="0" y="5108665"/>
            <a:ext cx="9144000" cy="71120"/>
            <a:chOff x="0" y="3474720"/>
            <a:chExt cx="10261600" cy="71120"/>
          </a:xfrm>
        </p:grpSpPr>
        <p:sp>
          <p:nvSpPr>
            <p:cNvPr id="36" name="Rectangle 35"/>
            <p:cNvSpPr/>
            <p:nvPr/>
          </p:nvSpPr>
          <p:spPr>
            <a:xfrm>
              <a:off x="0" y="3474720"/>
              <a:ext cx="2052320" cy="711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2052320" y="3474720"/>
              <a:ext cx="2052320" cy="711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104640" y="3474720"/>
              <a:ext cx="2052320" cy="7112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6156960" y="3474720"/>
              <a:ext cx="2052320" cy="7112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8209280" y="3474720"/>
              <a:ext cx="2052320" cy="7112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8" name="Picture 17" descr="iMac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99287" y="784755"/>
            <a:ext cx="4431138" cy="3883762"/>
          </a:xfrm>
          <a:prstGeom prst="rect">
            <a:avLst/>
          </a:prstGeom>
        </p:spPr>
      </p:pic>
      <p:sp>
        <p:nvSpPr>
          <p:cNvPr id="14" name="Picture Placeholder 9"/>
          <p:cNvSpPr>
            <a:spLocks noGrp="1"/>
          </p:cNvSpPr>
          <p:nvPr>
            <p:ph type="pic" sz="quarter" idx="11"/>
          </p:nvPr>
        </p:nvSpPr>
        <p:spPr>
          <a:xfrm>
            <a:off x="5207003" y="1320800"/>
            <a:ext cx="3254597" cy="1868311"/>
          </a:xfrm>
        </p:spPr>
        <p:txBody>
          <a:bodyPr>
            <a:normAutofit/>
          </a:bodyPr>
          <a:lstStyle>
            <a:lvl1pPr marL="0" indent="0"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ktop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8580469" y="313926"/>
            <a:ext cx="285871" cy="16817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algn="ctr"/>
            <a:endParaRPr lang="en-US" dirty="0"/>
          </a:p>
        </p:txBody>
      </p:sp>
      <p:sp>
        <p:nvSpPr>
          <p:cNvPr id="11" name="Isosceles Triangle 10"/>
          <p:cNvSpPr/>
          <p:nvPr userDrawn="1"/>
        </p:nvSpPr>
        <p:spPr>
          <a:xfrm rot="10610802">
            <a:off x="8583732" y="386091"/>
            <a:ext cx="286338" cy="153402"/>
          </a:xfrm>
          <a:prstGeom prst="triangl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/>
          <p:cNvSpPr txBox="1"/>
          <p:nvPr userDrawn="1"/>
        </p:nvSpPr>
        <p:spPr>
          <a:xfrm>
            <a:off x="8593832" y="276948"/>
            <a:ext cx="263295" cy="273844"/>
          </a:xfrm>
          <a:prstGeom prst="rect">
            <a:avLst/>
          </a:prstGeom>
        </p:spPr>
        <p:txBody>
          <a:bodyPr vert="horz" lIns="0" tIns="0" rIns="0" bIns="45709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4FFB07-917D-5348-AE2D-F9A4E0AD1751}" type="slidenum">
              <a:rPr lang="en-US" sz="1000" smtClean="0"/>
            </a:fld>
            <a:endParaRPr lang="en-US" sz="1000" dirty="0"/>
          </a:p>
        </p:txBody>
      </p:sp>
      <p:grpSp>
        <p:nvGrpSpPr>
          <p:cNvPr id="35" name="Group 34"/>
          <p:cNvGrpSpPr/>
          <p:nvPr userDrawn="1"/>
        </p:nvGrpSpPr>
        <p:grpSpPr>
          <a:xfrm>
            <a:off x="0" y="5108665"/>
            <a:ext cx="9144000" cy="71120"/>
            <a:chOff x="0" y="3474720"/>
            <a:chExt cx="10261600" cy="71120"/>
          </a:xfrm>
        </p:grpSpPr>
        <p:sp>
          <p:nvSpPr>
            <p:cNvPr id="36" name="Rectangle 35"/>
            <p:cNvSpPr/>
            <p:nvPr/>
          </p:nvSpPr>
          <p:spPr>
            <a:xfrm>
              <a:off x="0" y="3474720"/>
              <a:ext cx="2052320" cy="711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2052320" y="3474720"/>
              <a:ext cx="2052320" cy="711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104640" y="3474720"/>
              <a:ext cx="2052320" cy="7112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6156960" y="3474720"/>
              <a:ext cx="2052320" cy="7112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8209280" y="3474720"/>
              <a:ext cx="2052320" cy="7112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8" name="Picture 17" descr="iMac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2328" y="784755"/>
            <a:ext cx="4431138" cy="3883762"/>
          </a:xfrm>
          <a:prstGeom prst="rect">
            <a:avLst/>
          </a:prstGeom>
        </p:spPr>
      </p:pic>
      <p:sp>
        <p:nvSpPr>
          <p:cNvPr id="14" name="Picture Placeholder 9"/>
          <p:cNvSpPr>
            <a:spLocks noGrp="1"/>
          </p:cNvSpPr>
          <p:nvPr>
            <p:ph type="pic" sz="quarter" idx="11"/>
          </p:nvPr>
        </p:nvSpPr>
        <p:spPr>
          <a:xfrm>
            <a:off x="920044" y="1320800"/>
            <a:ext cx="3254597" cy="1868311"/>
          </a:xfrm>
        </p:spPr>
        <p:txBody>
          <a:bodyPr>
            <a:normAutofit/>
          </a:bodyPr>
          <a:lstStyle>
            <a:lvl1pPr marL="0" indent="0"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8580469" y="313926"/>
            <a:ext cx="285871" cy="16817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algn="ctr"/>
            <a:endParaRPr lang="en-US" dirty="0"/>
          </a:p>
        </p:txBody>
      </p:sp>
      <p:sp>
        <p:nvSpPr>
          <p:cNvPr id="11" name="Isosceles Triangle 10"/>
          <p:cNvSpPr/>
          <p:nvPr userDrawn="1"/>
        </p:nvSpPr>
        <p:spPr>
          <a:xfrm rot="10610802">
            <a:off x="8583732" y="386091"/>
            <a:ext cx="286338" cy="153402"/>
          </a:xfrm>
          <a:prstGeom prst="triangl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/>
          <p:cNvSpPr txBox="1"/>
          <p:nvPr userDrawn="1"/>
        </p:nvSpPr>
        <p:spPr>
          <a:xfrm>
            <a:off x="8593832" y="276948"/>
            <a:ext cx="263295" cy="273844"/>
          </a:xfrm>
          <a:prstGeom prst="rect">
            <a:avLst/>
          </a:prstGeom>
        </p:spPr>
        <p:txBody>
          <a:bodyPr vert="horz" lIns="0" tIns="0" rIns="0" bIns="45709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4FFB07-917D-5348-AE2D-F9A4E0AD1751}" type="slidenum">
              <a:rPr lang="en-US" sz="1000" smtClean="0"/>
            </a:fld>
            <a:endParaRPr lang="en-US" sz="1000" dirty="0"/>
          </a:p>
        </p:txBody>
      </p:sp>
      <p:grpSp>
        <p:nvGrpSpPr>
          <p:cNvPr id="35" name="Group 34"/>
          <p:cNvGrpSpPr/>
          <p:nvPr userDrawn="1"/>
        </p:nvGrpSpPr>
        <p:grpSpPr>
          <a:xfrm>
            <a:off x="0" y="5108665"/>
            <a:ext cx="9144000" cy="71120"/>
            <a:chOff x="0" y="3474720"/>
            <a:chExt cx="10261600" cy="71120"/>
          </a:xfrm>
        </p:grpSpPr>
        <p:sp>
          <p:nvSpPr>
            <p:cNvPr id="36" name="Rectangle 35"/>
            <p:cNvSpPr/>
            <p:nvPr/>
          </p:nvSpPr>
          <p:spPr>
            <a:xfrm>
              <a:off x="0" y="3474720"/>
              <a:ext cx="2052320" cy="711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2052320" y="3474720"/>
              <a:ext cx="2052320" cy="711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104640" y="3474720"/>
              <a:ext cx="2052320" cy="7112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6156960" y="3474720"/>
              <a:ext cx="2052320" cy="7112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8209280" y="3474720"/>
              <a:ext cx="2052320" cy="7112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/>
          <p:cNvGrpSpPr/>
          <p:nvPr userDrawn="1"/>
        </p:nvGrpSpPr>
        <p:grpSpPr>
          <a:xfrm>
            <a:off x="2438937" y="656529"/>
            <a:ext cx="4278025" cy="3328624"/>
            <a:chOff x="2084279" y="594889"/>
            <a:chExt cx="4994398" cy="3886016"/>
          </a:xfrm>
        </p:grpSpPr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84279" y="594889"/>
              <a:ext cx="4994398" cy="3886016"/>
            </a:xfrm>
            <a:prstGeom prst="rect">
              <a:avLst/>
            </a:prstGeom>
          </p:spPr>
        </p:pic>
        <p:sp>
          <p:nvSpPr>
            <p:cNvPr id="23" name="Rectangle 22"/>
            <p:cNvSpPr/>
            <p:nvPr/>
          </p:nvSpPr>
          <p:spPr>
            <a:xfrm>
              <a:off x="2908092" y="1313332"/>
              <a:ext cx="3310128" cy="2049481"/>
            </a:xfrm>
            <a:prstGeom prst="rect">
              <a:avLst/>
            </a:prstGeom>
            <a:solidFill>
              <a:srgbClr val="558ED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4" name="Picture Placeholder 9"/>
          <p:cNvSpPr>
            <a:spLocks noGrp="1"/>
          </p:cNvSpPr>
          <p:nvPr>
            <p:ph type="pic" sz="quarter" idx="11"/>
          </p:nvPr>
        </p:nvSpPr>
        <p:spPr>
          <a:xfrm>
            <a:off x="3138942" y="1270012"/>
            <a:ext cx="2853627" cy="1774355"/>
          </a:xfrm>
        </p:spPr>
        <p:txBody>
          <a:bodyPr>
            <a:normAutofit/>
          </a:bodyPr>
          <a:lstStyle>
            <a:lvl1pPr marL="0" indent="0"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without b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 userDrawn="1"/>
        </p:nvSpPr>
        <p:spPr>
          <a:xfrm>
            <a:off x="8580469" y="313926"/>
            <a:ext cx="285871" cy="16817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algn="ctr"/>
            <a:endParaRPr lang="en-US" dirty="0"/>
          </a:p>
        </p:txBody>
      </p:sp>
      <p:sp>
        <p:nvSpPr>
          <p:cNvPr id="19" name="Isosceles Triangle 18"/>
          <p:cNvSpPr/>
          <p:nvPr userDrawn="1"/>
        </p:nvSpPr>
        <p:spPr>
          <a:xfrm rot="10610802">
            <a:off x="8583732" y="386091"/>
            <a:ext cx="286338" cy="153402"/>
          </a:xfrm>
          <a:prstGeom prst="triangl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algn="ctr"/>
            <a:endParaRPr lang="en-US"/>
          </a:p>
        </p:txBody>
      </p:sp>
      <p:sp>
        <p:nvSpPr>
          <p:cNvPr id="20" name="Slide Number Placeholder 5"/>
          <p:cNvSpPr txBox="1"/>
          <p:nvPr userDrawn="1"/>
        </p:nvSpPr>
        <p:spPr>
          <a:xfrm>
            <a:off x="8593832" y="276948"/>
            <a:ext cx="263295" cy="273844"/>
          </a:xfrm>
          <a:prstGeom prst="rect">
            <a:avLst/>
          </a:prstGeom>
        </p:spPr>
        <p:txBody>
          <a:bodyPr vert="horz" lIns="0" tIns="0" rIns="0" bIns="45709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4FFB07-917D-5348-AE2D-F9A4E0AD1751}" type="slidenum">
              <a:rPr lang="en-US" sz="1000" smtClean="0"/>
            </a:fld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 advClick="0" advTm="1000">
    <p:pull/>
  </p:transition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/>
          <p:nvPr userDrawn="1"/>
        </p:nvSpPr>
        <p:spPr>
          <a:xfrm>
            <a:off x="8500357" y="313926"/>
            <a:ext cx="365983" cy="2153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algn="ctr"/>
            <a:endParaRPr lang="en-US" dirty="0"/>
          </a:p>
        </p:txBody>
      </p:sp>
      <p:sp>
        <p:nvSpPr>
          <p:cNvPr id="5" name="Isosceles Triangle 10"/>
          <p:cNvSpPr/>
          <p:nvPr userDrawn="1"/>
        </p:nvSpPr>
        <p:spPr>
          <a:xfrm rot="10610802">
            <a:off x="8504732" y="388265"/>
            <a:ext cx="366581" cy="196391"/>
          </a:xfrm>
          <a:prstGeom prst="triangl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 txBox="1"/>
          <p:nvPr userDrawn="1"/>
        </p:nvSpPr>
        <p:spPr>
          <a:xfrm>
            <a:off x="8519481" y="276948"/>
            <a:ext cx="337081" cy="350586"/>
          </a:xfrm>
          <a:prstGeom prst="rect">
            <a:avLst/>
          </a:prstGeom>
        </p:spPr>
        <p:txBody>
          <a:bodyPr vert="horz" lIns="0" tIns="0" rIns="0" bIns="45709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4FFB07-917D-5348-AE2D-F9A4E0AD1751}" type="slidenum">
              <a:rPr lang="en-US" sz="1000" smtClean="0"/>
            </a:fld>
            <a:endParaRPr lang="en-US" sz="1000" dirty="0"/>
          </a:p>
        </p:txBody>
      </p:sp>
      <p:grpSp>
        <p:nvGrpSpPr>
          <p:cNvPr id="7" name="Group 25"/>
          <p:cNvGrpSpPr/>
          <p:nvPr userDrawn="1"/>
        </p:nvGrpSpPr>
        <p:grpSpPr>
          <a:xfrm>
            <a:off x="0" y="5078332"/>
            <a:ext cx="9144000" cy="71120"/>
            <a:chOff x="0" y="3474720"/>
            <a:chExt cx="10261600" cy="71120"/>
          </a:xfrm>
        </p:grpSpPr>
        <p:sp>
          <p:nvSpPr>
            <p:cNvPr id="8" name="Rectangle 26"/>
            <p:cNvSpPr/>
            <p:nvPr/>
          </p:nvSpPr>
          <p:spPr>
            <a:xfrm>
              <a:off x="0" y="3474720"/>
              <a:ext cx="2052320" cy="711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27"/>
            <p:cNvSpPr/>
            <p:nvPr/>
          </p:nvSpPr>
          <p:spPr>
            <a:xfrm>
              <a:off x="2052320" y="3474720"/>
              <a:ext cx="2052320" cy="711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28"/>
            <p:cNvSpPr/>
            <p:nvPr/>
          </p:nvSpPr>
          <p:spPr>
            <a:xfrm>
              <a:off x="4104640" y="3474720"/>
              <a:ext cx="2052320" cy="7112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29"/>
            <p:cNvSpPr/>
            <p:nvPr/>
          </p:nvSpPr>
          <p:spPr>
            <a:xfrm>
              <a:off x="6156960" y="3474720"/>
              <a:ext cx="2052320" cy="7112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30"/>
            <p:cNvSpPr/>
            <p:nvPr/>
          </p:nvSpPr>
          <p:spPr>
            <a:xfrm>
              <a:off x="8209280" y="3474720"/>
              <a:ext cx="2052320" cy="7112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ransition spd="med" advClick="0" advTm="1000">
    <p:pull/>
  </p:transition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 advClick="0" advTm="1000">
    <p:pull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2" Type="http://schemas.openxmlformats.org/officeDocument/2006/relationships/theme" Target="../theme/theme1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20" tIns="45709" rIns="91420" bIns="45709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20" tIns="45709" rIns="91420" bIns="45709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20" tIns="45709" rIns="91420" bIns="4570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20" tIns="45709" rIns="91420" bIns="4570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20" tIns="45709" rIns="91420" bIns="4570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4FFB07-917D-5348-AE2D-F9A4E0AD1751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</p:sldLayoutIdLst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565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765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65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0.xml"/><Relationship Id="rId1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/>
          <p:cNvSpPr txBox="1"/>
          <p:nvPr/>
        </p:nvSpPr>
        <p:spPr>
          <a:xfrm>
            <a:off x="395536" y="347674"/>
            <a:ext cx="1562454" cy="369332"/>
          </a:xfrm>
          <a:prstGeom prst="rect">
            <a:avLst/>
          </a:prstGeom>
          <a:noFill/>
        </p:spPr>
        <p:txBody>
          <a:bodyPr wrap="square" lIns="0" tIns="0" rIns="91420" bIns="0" rtlCol="0">
            <a:noAutofit/>
          </a:bodyPr>
          <a:lstStyle/>
          <a:p>
            <a:r>
              <a:rPr lang="en-US" sz="2000" b="1" dirty="0" smtClean="0">
                <a:solidFill>
                  <a:schemeClr val="accent2"/>
                </a:solidFill>
                <a:latin typeface="+mn-ea"/>
                <a:cs typeface="Helvetica Neue"/>
              </a:rPr>
              <a:t>| </a:t>
            </a:r>
            <a:r>
              <a:rPr lang="zh-CN" altLang="en-US" sz="2000" b="1" dirty="0" smtClean="0">
                <a:solidFill>
                  <a:schemeClr val="accent2"/>
                </a:solidFill>
                <a:latin typeface="+mn-ea"/>
                <a:cs typeface="Helvetica Neue"/>
              </a:rPr>
              <a:t>基本介绍</a:t>
            </a:r>
            <a:endParaRPr lang="zh-CN" altLang="en-US" sz="2000" b="1" dirty="0" smtClean="0">
              <a:solidFill>
                <a:schemeClr val="accent2"/>
              </a:solidFill>
              <a:latin typeface="+mn-ea"/>
              <a:cs typeface="Helvetica Neue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730375" y="1498600"/>
            <a:ext cx="5477510" cy="3226435"/>
          </a:xfrm>
          <a:prstGeom prst="rect">
            <a:avLst/>
          </a:prstGeom>
          <a:solidFill>
            <a:srgbClr val="E8E8E6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95" tIns="34297" rIns="68595" bIns="34297"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730375" y="1059180"/>
            <a:ext cx="5476875" cy="3479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95" tIns="34297" rIns="68595" bIns="34297" rtlCol="0" anchor="ctr"/>
          <a:lstStyle/>
          <a:p>
            <a:pPr algn="ctr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自组网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303350" y="2202925"/>
            <a:ext cx="4537095" cy="1027430"/>
          </a:xfrm>
          <a:prstGeom prst="rect">
            <a:avLst/>
          </a:prstGeom>
          <a:noFill/>
        </p:spPr>
        <p:txBody>
          <a:bodyPr wrap="square" lIns="68595" tIns="34297" rIns="68595" bIns="34297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</a:rPr>
              <a:t>自组网（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</a:rPr>
              <a:t>Ad Hoc Network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</a:rPr>
              <a:t>）也称为分组无线网或多跳网，是一组有收发功能的节点组成的网络，它不依赖于基础设施，是临时自组织的网络。自组网具有自组织性、节点对等性、分布式控制、多跳网、临时性、拓扑结构动态变化、链路带宽有限等特点。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pull/>
  </p:transition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16" presetClass="entr" presetSubtype="37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11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3" presetID="2" presetClass="entr" presetSubtype="1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5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6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8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0" dur="1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22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23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24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25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5" grpId="0"/>
          <p:bldP spid="4" grpId="0" bldLvl="0" animBg="1"/>
          <p:bldP spid="5" grpId="0" bldLvl="0" animBg="1"/>
          <p:bldP spid="10" grpId="0"/>
          <p:bldP spid="10" grpId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16" presetClass="entr" presetSubtype="37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11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3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8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0" dur="1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22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23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24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25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5" grpId="0"/>
          <p:bldP spid="4" grpId="0" bldLvl="0" animBg="1"/>
          <p:bldP spid="5" grpId="0" bldLvl="0" animBg="1"/>
          <p:bldP spid="10" grpId="0"/>
          <p:bldP spid="10" grpId="1"/>
        </p:bldLst>
      </p:timing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/>
          <p:cNvSpPr txBox="1"/>
          <p:nvPr/>
        </p:nvSpPr>
        <p:spPr>
          <a:xfrm>
            <a:off x="395536" y="347674"/>
            <a:ext cx="1562454" cy="369332"/>
          </a:xfrm>
          <a:prstGeom prst="rect">
            <a:avLst/>
          </a:prstGeom>
          <a:noFill/>
        </p:spPr>
        <p:txBody>
          <a:bodyPr wrap="square" lIns="0" tIns="0" rIns="91420" bIns="0" rtlCol="0">
            <a:noAutofit/>
          </a:bodyPr>
          <a:lstStyle/>
          <a:p>
            <a:r>
              <a:rPr lang="en-US" sz="2000" b="1" dirty="0" smtClean="0">
                <a:solidFill>
                  <a:schemeClr val="accent2"/>
                </a:solidFill>
                <a:latin typeface="+mn-ea"/>
                <a:cs typeface="Helvetica Neue"/>
              </a:rPr>
              <a:t>| </a:t>
            </a:r>
            <a:r>
              <a:rPr lang="zh-CN" altLang="en-US" sz="2000" b="1" dirty="0" smtClean="0">
                <a:solidFill>
                  <a:schemeClr val="accent2"/>
                </a:solidFill>
                <a:latin typeface="+mn-ea"/>
                <a:cs typeface="Helvetica Neue"/>
              </a:rPr>
              <a:t>基本介绍</a:t>
            </a:r>
            <a:endParaRPr lang="zh-CN" altLang="en-US" sz="2000" b="1" dirty="0" smtClean="0">
              <a:solidFill>
                <a:schemeClr val="accent2"/>
              </a:solidFill>
              <a:latin typeface="+mn-ea"/>
              <a:cs typeface="Helvetica Neue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730375" y="1498600"/>
            <a:ext cx="5477510" cy="3226435"/>
          </a:xfrm>
          <a:prstGeom prst="rect">
            <a:avLst/>
          </a:prstGeom>
          <a:solidFill>
            <a:srgbClr val="E8E8E6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95" tIns="34297" rIns="68595" bIns="34297"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730375" y="1059180"/>
            <a:ext cx="5476875" cy="3479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95" tIns="34297" rIns="68595" bIns="34297" rtlCol="0" anchor="ctr"/>
          <a:lstStyle/>
          <a:p>
            <a:pPr algn="ctr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OLSR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协议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20265" y="2118360"/>
            <a:ext cx="4904105" cy="1986915"/>
          </a:xfrm>
          <a:prstGeom prst="rect">
            <a:avLst/>
          </a:prstGeom>
          <a:noFill/>
        </p:spPr>
        <p:txBody>
          <a:bodyPr wrap="square" lIns="68595" tIns="34297" rIns="68595" bIns="34297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</a:rPr>
              <a:t>最优链路状态路由协议（Optimized Link State Routing）主要用于 MANET 网络(Mobile Ad hoc network)的路由协 议。它是一种标准化的表驱动式路由协议，它是为了适应无线自组网的需求，对经典链路状态算法进行优 化而形成的。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</a:rPr>
              <a:t>特点：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</a:rPr>
              <a:t>       多点中继节点（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</a:rPr>
              <a:t>MPR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</a:rPr>
              <a:t>）机制，优化泛洪算法，降低了协议的开销；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</a:rPr>
              <a:t>       先应式路由计算，查找路由时延小；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</a:rPr>
              <a:t>       最短路径，路由计算选择最短路径作为最优路径。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pull/>
  </p:transition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16" presetClass="entr" presetSubtype="37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11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3" presetID="2" presetClass="entr" presetSubtype="1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5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6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8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0" dur="1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22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23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24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25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5" grpId="0"/>
          <p:bldP spid="4" grpId="0" bldLvl="0" animBg="1"/>
          <p:bldP spid="5" grpId="0" bldLvl="0" animBg="1"/>
          <p:bldP spid="10" grpId="0"/>
          <p:bldP spid="10" grpId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16" presetClass="entr" presetSubtype="37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11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3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8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0" dur="1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22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23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24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25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5" grpId="0"/>
          <p:bldP spid="4" grpId="0" bldLvl="0" animBg="1"/>
          <p:bldP spid="5" grpId="0" bldLvl="0" animBg="1"/>
          <p:bldP spid="10" grpId="0"/>
          <p:bldP spid="10" grpId="1"/>
        </p:bldLst>
      </p:timing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/>
          <p:cNvSpPr txBox="1"/>
          <p:nvPr/>
        </p:nvSpPr>
        <p:spPr>
          <a:xfrm>
            <a:off x="395536" y="347674"/>
            <a:ext cx="1562454" cy="369332"/>
          </a:xfrm>
          <a:prstGeom prst="rect">
            <a:avLst/>
          </a:prstGeom>
          <a:noFill/>
        </p:spPr>
        <p:txBody>
          <a:bodyPr wrap="square" lIns="0" tIns="0" rIns="91420" bIns="0" rtlCol="0">
            <a:noAutofit/>
          </a:bodyPr>
          <a:lstStyle/>
          <a:p>
            <a:r>
              <a:rPr lang="en-US" sz="2000" b="1" dirty="0" smtClean="0">
                <a:solidFill>
                  <a:schemeClr val="accent2"/>
                </a:solidFill>
                <a:latin typeface="+mn-ea"/>
                <a:cs typeface="Helvetica Neue"/>
              </a:rPr>
              <a:t>| </a:t>
            </a:r>
            <a:r>
              <a:rPr lang="zh-CN" altLang="en-US" sz="2000" b="1" dirty="0" smtClean="0">
                <a:solidFill>
                  <a:schemeClr val="accent2"/>
                </a:solidFill>
                <a:latin typeface="+mn-ea"/>
                <a:cs typeface="Helvetica Neue"/>
              </a:rPr>
              <a:t>基本介绍</a:t>
            </a:r>
            <a:endParaRPr lang="zh-CN" altLang="en-US" sz="2000" b="1" dirty="0" smtClean="0">
              <a:solidFill>
                <a:schemeClr val="accent2"/>
              </a:solidFill>
              <a:latin typeface="+mn-ea"/>
              <a:cs typeface="Helvetica Neue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94970" y="1183640"/>
            <a:ext cx="8288020" cy="3541395"/>
          </a:xfrm>
          <a:prstGeom prst="rect">
            <a:avLst/>
          </a:prstGeom>
          <a:solidFill>
            <a:srgbClr val="E8E8E6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95" tIns="34297" rIns="68595" bIns="34297"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94335" y="717550"/>
            <a:ext cx="8288655" cy="3479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95" tIns="34297" rIns="68595" bIns="34297" rtlCol="0" anchor="ctr"/>
          <a:lstStyle/>
          <a:p>
            <a:pPr algn="ctr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MPR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机制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51230" y="1478915"/>
            <a:ext cx="7241540" cy="2706370"/>
          </a:xfrm>
          <a:prstGeom prst="rect">
            <a:avLst/>
          </a:prstGeom>
          <a:noFill/>
        </p:spPr>
        <p:txBody>
          <a:bodyPr wrap="square" lIns="68595" tIns="34297" rIns="68595" bIns="34297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</a:rPr>
              <a:t>目的：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</a:rPr>
              <a:t>       通过减少同一区域内相同控制分组的重复转发次数来减少 网络中广播分组的数量。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</a:rPr>
              <a:t>       网络中某一节点 N 的邻居节点被分为两类：MPR 节点和非 MPR 节点。每个节点 从其一跳邻居中选择自己的 MPR 集，使得该节点通过这个集合转发的 TC 分组能够覆盖该节点的所有两跳 节点。节点 N 的 MPR 集是该节点邻居节点集的子集且满足以下条件：N 的每个两跳邻节点都必须有到达 MPR(N)的双向链路，且节点 N 与 MPR(N)间的链路也是双向的。MPR 集越小，协议性能越好。节点 N 发 送的广播分组通过其 MPR 节点转发到达其他节点。而非 MPR 节点只接收控制分组并不转发。协议根据 MPR 集来计算到所有目的地的路由。网络中每个节点周期性的广播它的 MPR Selector 信息。每个节点收到后更 新自己到每个已知节点的路由。因此，路由就是通过源到目的节点的 MPR 的逐跳节点序列。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</a:rPr>
              <a:t>      采用 MPR 机制有效的减少了网络内控制分组重发的数量，避免了广播风暴。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pull/>
  </p:transition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16" presetClass="entr" presetSubtype="37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11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3" presetID="2" presetClass="entr" presetSubtype="1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5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6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8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0" dur="1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22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23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24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25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5" grpId="0"/>
          <p:bldP spid="4" grpId="0" bldLvl="0" animBg="1"/>
          <p:bldP spid="5" grpId="0" bldLvl="0" animBg="1"/>
          <p:bldP spid="10" grpId="0"/>
          <p:bldP spid="10" grpId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16" presetClass="entr" presetSubtype="37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11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3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8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0" dur="1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22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23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24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25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5" grpId="0"/>
          <p:bldP spid="4" grpId="0" bldLvl="0" animBg="1"/>
          <p:bldP spid="5" grpId="0" bldLvl="0" animBg="1"/>
          <p:bldP spid="10" grpId="0"/>
          <p:bldP spid="10" grpId="1"/>
        </p:bld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/>
          <p:cNvSpPr txBox="1"/>
          <p:nvPr/>
        </p:nvSpPr>
        <p:spPr>
          <a:xfrm>
            <a:off x="395536" y="347674"/>
            <a:ext cx="1562454" cy="369332"/>
          </a:xfrm>
          <a:prstGeom prst="rect">
            <a:avLst/>
          </a:prstGeom>
          <a:noFill/>
        </p:spPr>
        <p:txBody>
          <a:bodyPr wrap="square" lIns="0" tIns="0" rIns="91420" bIns="0" rtlCol="0">
            <a:noAutofit/>
          </a:bodyPr>
          <a:lstStyle/>
          <a:p>
            <a:r>
              <a:rPr lang="en-US" sz="2000" b="1" dirty="0" smtClean="0">
                <a:solidFill>
                  <a:schemeClr val="accent2"/>
                </a:solidFill>
                <a:latin typeface="+mn-ea"/>
                <a:cs typeface="Helvetica Neue"/>
              </a:rPr>
              <a:t>| </a:t>
            </a:r>
            <a:r>
              <a:rPr lang="zh-CN" altLang="en-US" sz="2000" b="1" dirty="0" smtClean="0">
                <a:solidFill>
                  <a:schemeClr val="accent2"/>
                </a:solidFill>
                <a:latin typeface="+mn-ea"/>
                <a:cs typeface="Helvetica Neue"/>
              </a:rPr>
              <a:t>基本介绍</a:t>
            </a:r>
            <a:endParaRPr lang="zh-CN" altLang="en-US" sz="2000" b="1" dirty="0" smtClean="0">
              <a:solidFill>
                <a:schemeClr val="accent2"/>
              </a:solidFill>
              <a:latin typeface="+mn-ea"/>
              <a:cs typeface="Helvetica Neue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730375" y="1498600"/>
            <a:ext cx="5477510" cy="3226435"/>
          </a:xfrm>
          <a:prstGeom prst="rect">
            <a:avLst/>
          </a:prstGeom>
          <a:solidFill>
            <a:srgbClr val="E8E8E6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95" tIns="34297" rIns="68595" bIns="34297"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730375" y="1059180"/>
            <a:ext cx="5476875" cy="3479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95" tIns="34297" rIns="68595" bIns="34297" rtlCol="0" anchor="ctr"/>
          <a:lstStyle/>
          <a:p>
            <a:pPr algn="ctr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MPR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机制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 descr="uri_mh157638460186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6145" y="2027555"/>
            <a:ext cx="4791710" cy="2168525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16" presetClass="entr" presetSubtype="37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11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3" presetID="2" presetClass="entr" presetSubtype="1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5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6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5" grpId="0"/>
          <p:bldP spid="4" grpId="0" bldLvl="0" animBg="1"/>
          <p:bldP spid="5" grpId="0" bldLvl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16" presetClass="entr" presetSubtype="37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11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3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5" grpId="0"/>
          <p:bldP spid="4" grpId="0" bldLvl="0" animBg="1"/>
          <p:bldP spid="5" grpId="0" bldLvl="0" animBg="1"/>
        </p:bldLst>
      </p:timing>
    </mc:Fallback>
  </mc:AlternateContent>
</p:sld>
</file>

<file path=ppt/theme/theme1.xml><?xml version="1.0" encoding="utf-8"?>
<a:theme xmlns:a="http://schemas.openxmlformats.org/drawingml/2006/main" name="Office Theme">
  <a:themeElements>
    <a:clrScheme name="自定义 15">
      <a:dk1>
        <a:sysClr val="windowText" lastClr="000000"/>
      </a:dk1>
      <a:lt1>
        <a:sysClr val="window" lastClr="FFFFFF"/>
      </a:lt1>
      <a:dk2>
        <a:srgbClr val="959596"/>
      </a:dk2>
      <a:lt2>
        <a:srgbClr val="D9D9D9"/>
      </a:lt2>
      <a:accent1>
        <a:srgbClr val="2B6F7D"/>
      </a:accent1>
      <a:accent2>
        <a:srgbClr val="1C9494"/>
      </a:accent2>
      <a:accent3>
        <a:srgbClr val="7CB554"/>
      </a:accent3>
      <a:accent4>
        <a:srgbClr val="FAC14D"/>
      </a:accent4>
      <a:accent5>
        <a:srgbClr val="F95647"/>
      </a:accent5>
      <a:accent6>
        <a:srgbClr val="202F3D"/>
      </a:accent6>
      <a:hlink>
        <a:srgbClr val="0000FF"/>
      </a:hlink>
      <a:folHlink>
        <a:srgbClr val="800080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840</Words>
  <Application>WPS 演示</Application>
  <PresentationFormat>全屏显示(16:9)</PresentationFormat>
  <Paragraphs>30</Paragraphs>
  <Slides>4</Slides>
  <Notes>16</Notes>
  <HiddenSlides>0</HiddenSlides>
  <MMClips>1</MMClips>
  <ScaleCrop>false</ScaleCrop>
  <HeadingPairs>
    <vt:vector size="6" baseType="variant">
      <vt:variant>
        <vt:lpstr>已用的字体</vt:lpstr>
      </vt:variant>
      <vt:variant>
        <vt:i4>30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35" baseType="lpstr">
      <vt:lpstr>Arial</vt:lpstr>
      <vt:lpstr>宋体</vt:lpstr>
      <vt:lpstr>Wingdings</vt:lpstr>
      <vt:lpstr>Arial</vt:lpstr>
      <vt:lpstr>微软雅黑</vt:lpstr>
      <vt:lpstr>微软雅黑 Light</vt:lpstr>
      <vt:lpstr>Agency FB</vt:lpstr>
      <vt:lpstr>Helvetica Neue</vt:lpstr>
      <vt:lpstr>Yu Gothic UI</vt:lpstr>
      <vt:lpstr>Calibri</vt:lpstr>
      <vt:lpstr>Helvetica Light</vt:lpstr>
      <vt:lpstr>Kontrapunkt Bob Bold</vt:lpstr>
      <vt:lpstr>Arial Unicode MS</vt:lpstr>
      <vt:lpstr>Arial Unicode MS</vt:lpstr>
      <vt:lpstr>方正兰亭粗黑_GBK</vt:lpstr>
      <vt:lpstr>方正兰亭细黑_GBK</vt:lpstr>
      <vt:lpstr>Marlett</vt:lpstr>
      <vt:lpstr>굴림</vt:lpstr>
      <vt:lpstr>Segoe UI</vt:lpstr>
      <vt:lpstr>黑体</vt:lpstr>
      <vt:lpstr>Helvetica</vt:lpstr>
      <vt:lpstr>Open Sans Light</vt:lpstr>
      <vt:lpstr>Open Sans</vt:lpstr>
      <vt:lpstr>Calibri</vt:lpstr>
      <vt:lpstr>Times New Roman</vt:lpstr>
      <vt:lpstr>华文黑体</vt:lpstr>
      <vt:lpstr>Segoe UI Light</vt:lpstr>
      <vt:lpstr>Segoe Print</vt:lpstr>
      <vt:lpstr>Malgun Gothic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锐旗设计；https://9ppt.taobao.com</dc:title>
  <dc:creator>锐旗设计;https://9ppt.taobao.com</dc:creator>
  <cp:keywords>锐旗设计；https://9ppt.taobao.com</cp:keywords>
  <cp:category>锐旗设计；https://9ppt.taobao.com</cp:category>
  <cp:lastModifiedBy>闪电</cp:lastModifiedBy>
  <cp:revision>847</cp:revision>
  <dcterms:created xsi:type="dcterms:W3CDTF">2014-09-19T00:52:00Z</dcterms:created>
  <dcterms:modified xsi:type="dcterms:W3CDTF">2019-12-15T04:38:06Z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2052-11.1.0.9209</vt:lpwstr>
  </property>
</Properties>
</file>